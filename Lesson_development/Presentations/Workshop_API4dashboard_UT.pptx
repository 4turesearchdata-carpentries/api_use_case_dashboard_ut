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 id="2147483713" r:id="rId2"/>
  </p:sldMasterIdLst>
  <p:notesMasterIdLst>
    <p:notesMasterId r:id="rId17"/>
  </p:notesMasterIdLst>
  <p:sldIdLst>
    <p:sldId id="264" r:id="rId3"/>
    <p:sldId id="320" r:id="rId4"/>
    <p:sldId id="267" r:id="rId5"/>
    <p:sldId id="270" r:id="rId6"/>
    <p:sldId id="268" r:id="rId7"/>
    <p:sldId id="269" r:id="rId8"/>
    <p:sldId id="271" r:id="rId9"/>
    <p:sldId id="272" r:id="rId10"/>
    <p:sldId id="321" r:id="rId11"/>
    <p:sldId id="322" r:id="rId12"/>
    <p:sldId id="305" r:id="rId13"/>
    <p:sldId id="306" r:id="rId14"/>
    <p:sldId id="311" r:id="rId15"/>
    <p:sldId id="319" r:id="rId16"/>
  </p:sldIdLst>
  <p:sldSz cx="12192000" cy="6858000"/>
  <p:notesSz cx="6858000" cy="9144000"/>
  <p:embeddedFontLst>
    <p:embeddedFont>
      <p:font typeface="Consolas" panose="020B0609020204030204" pitchFamily="49" charset="0"/>
      <p:regular r:id="rId18"/>
      <p:bold r:id="rId19"/>
      <p:italic r:id="rId20"/>
      <p:boldItalic r:id="rId21"/>
    </p:embeddedFont>
    <p:embeddedFont>
      <p:font typeface="Quattrocento Sans" panose="020B0502050000020003" pitchFamily="34" charset="0"/>
      <p:regular r:id="rId22"/>
      <p:bold r:id="rId23"/>
      <p:italic r:id="rId24"/>
      <p:boldItalic r:id="rId25"/>
    </p:embeddedFont>
    <p:embeddedFont>
      <p:font typeface="Roboto Medium" panose="02000000000000000000" pitchFamily="2" charset="0"/>
      <p:regular r:id="rId26"/>
      <p:italic r:id="rId27"/>
    </p:embeddedFont>
    <p:embeddedFont>
      <p:font typeface="Space Grotesk"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geiUcTatGwSMvi7cAWrWQIkhdq2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96E64A-EE31-42F0-AE2C-940E5D00C3C1}" v="75" dt="2026-03-10T11:12:40.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font" Target="fonts/font4.fntdata"/><Relationship Id="rId8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79"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82"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2.fntdata"/><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8" Type="http://schemas.openxmlformats.org/officeDocument/2006/relationships/slide" Target="slides/slide6.xml"/><Relationship Id="rId80" Type="http://schemas.openxmlformats.org/officeDocument/2006/relationships/presProps" Target="presProps.xml"/><Relationship Id="rId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ila Iñigo de la Cruz" userId="fae4ed0d-52e1-4e8b-ac73-77e0b7235c9a" providerId="ADAL" clId="{1E9E03C1-E5D4-4BEC-8EBD-C4DD5262B379}"/>
    <pc:docChg chg="undo custSel addSld delSld modSld delMainMaster">
      <pc:chgData name="Leila Iñigo de la Cruz" userId="fae4ed0d-52e1-4e8b-ac73-77e0b7235c9a" providerId="ADAL" clId="{1E9E03C1-E5D4-4BEC-8EBD-C4DD5262B379}" dt="2026-03-10T11:12:48.515" v="740"/>
      <pc:docMkLst>
        <pc:docMk/>
      </pc:docMkLst>
      <pc:sldChg chg="del">
        <pc:chgData name="Leila Iñigo de la Cruz" userId="fae4ed0d-52e1-4e8b-ac73-77e0b7235c9a" providerId="ADAL" clId="{1E9E03C1-E5D4-4BEC-8EBD-C4DD5262B379}" dt="2026-03-10T10:12:43.293" v="0" actId="47"/>
        <pc:sldMkLst>
          <pc:docMk/>
          <pc:sldMk cId="0" sldId="256"/>
        </pc:sldMkLst>
      </pc:sldChg>
      <pc:sldChg chg="del">
        <pc:chgData name="Leila Iñigo de la Cruz" userId="fae4ed0d-52e1-4e8b-ac73-77e0b7235c9a" providerId="ADAL" clId="{1E9E03C1-E5D4-4BEC-8EBD-C4DD5262B379}" dt="2026-03-10T10:12:43.293" v="0" actId="47"/>
        <pc:sldMkLst>
          <pc:docMk/>
          <pc:sldMk cId="0" sldId="257"/>
        </pc:sldMkLst>
      </pc:sldChg>
      <pc:sldChg chg="del">
        <pc:chgData name="Leila Iñigo de la Cruz" userId="fae4ed0d-52e1-4e8b-ac73-77e0b7235c9a" providerId="ADAL" clId="{1E9E03C1-E5D4-4BEC-8EBD-C4DD5262B379}" dt="2026-03-10T10:12:43.293" v="0" actId="47"/>
        <pc:sldMkLst>
          <pc:docMk/>
          <pc:sldMk cId="0" sldId="258"/>
        </pc:sldMkLst>
      </pc:sldChg>
      <pc:sldChg chg="del">
        <pc:chgData name="Leila Iñigo de la Cruz" userId="fae4ed0d-52e1-4e8b-ac73-77e0b7235c9a" providerId="ADAL" clId="{1E9E03C1-E5D4-4BEC-8EBD-C4DD5262B379}" dt="2026-03-10T10:12:43.293" v="0" actId="47"/>
        <pc:sldMkLst>
          <pc:docMk/>
          <pc:sldMk cId="0" sldId="259"/>
        </pc:sldMkLst>
      </pc:sldChg>
      <pc:sldChg chg="del">
        <pc:chgData name="Leila Iñigo de la Cruz" userId="fae4ed0d-52e1-4e8b-ac73-77e0b7235c9a" providerId="ADAL" clId="{1E9E03C1-E5D4-4BEC-8EBD-C4DD5262B379}" dt="2026-03-10T10:12:43.293" v="0" actId="47"/>
        <pc:sldMkLst>
          <pc:docMk/>
          <pc:sldMk cId="0" sldId="260"/>
        </pc:sldMkLst>
      </pc:sldChg>
      <pc:sldChg chg="del">
        <pc:chgData name="Leila Iñigo de la Cruz" userId="fae4ed0d-52e1-4e8b-ac73-77e0b7235c9a" providerId="ADAL" clId="{1E9E03C1-E5D4-4BEC-8EBD-C4DD5262B379}" dt="2026-03-10T10:12:43.293" v="0" actId="47"/>
        <pc:sldMkLst>
          <pc:docMk/>
          <pc:sldMk cId="0" sldId="261"/>
        </pc:sldMkLst>
      </pc:sldChg>
      <pc:sldChg chg="del">
        <pc:chgData name="Leila Iñigo de la Cruz" userId="fae4ed0d-52e1-4e8b-ac73-77e0b7235c9a" providerId="ADAL" clId="{1E9E03C1-E5D4-4BEC-8EBD-C4DD5262B379}" dt="2026-03-10T10:15:02.972" v="11" actId="2696"/>
        <pc:sldMkLst>
          <pc:docMk/>
          <pc:sldMk cId="0" sldId="262"/>
        </pc:sldMkLst>
      </pc:sldChg>
      <pc:sldChg chg="addSp modSp del mod modClrScheme chgLayout">
        <pc:chgData name="Leila Iñigo de la Cruz" userId="fae4ed0d-52e1-4e8b-ac73-77e0b7235c9a" providerId="ADAL" clId="{1E9E03C1-E5D4-4BEC-8EBD-C4DD5262B379}" dt="2026-03-10T10:14:45.352" v="8" actId="47"/>
        <pc:sldMkLst>
          <pc:docMk/>
          <pc:sldMk cId="0" sldId="263"/>
        </pc:sldMkLst>
        <pc:spChg chg="add mod ord">
          <ac:chgData name="Leila Iñigo de la Cruz" userId="fae4ed0d-52e1-4e8b-ac73-77e0b7235c9a" providerId="ADAL" clId="{1E9E03C1-E5D4-4BEC-8EBD-C4DD5262B379}" dt="2026-03-10T10:14:40.663" v="7" actId="700"/>
          <ac:spMkLst>
            <pc:docMk/>
            <pc:sldMk cId="0" sldId="263"/>
            <ac:spMk id="2" creationId="{F5912538-6ABF-43B1-68FC-F31A686E4CEF}"/>
          </ac:spMkLst>
        </pc:spChg>
        <pc:spChg chg="add mod ord">
          <ac:chgData name="Leila Iñigo de la Cruz" userId="fae4ed0d-52e1-4e8b-ac73-77e0b7235c9a" providerId="ADAL" clId="{1E9E03C1-E5D4-4BEC-8EBD-C4DD5262B379}" dt="2026-03-10T10:14:40.663" v="7" actId="700"/>
          <ac:spMkLst>
            <pc:docMk/>
            <pc:sldMk cId="0" sldId="263"/>
            <ac:spMk id="3" creationId="{9310198B-0A8B-373F-4F65-BB5CF7264867}"/>
          </ac:spMkLst>
        </pc:spChg>
        <pc:spChg chg="add mod ord">
          <ac:chgData name="Leila Iñigo de la Cruz" userId="fae4ed0d-52e1-4e8b-ac73-77e0b7235c9a" providerId="ADAL" clId="{1E9E03C1-E5D4-4BEC-8EBD-C4DD5262B379}" dt="2026-03-10T10:14:40.663" v="7" actId="700"/>
          <ac:spMkLst>
            <pc:docMk/>
            <pc:sldMk cId="0" sldId="263"/>
            <ac:spMk id="4" creationId="{8F586C64-C3A5-AEC0-1A7C-66C61D46C35E}"/>
          </ac:spMkLst>
        </pc:spChg>
        <pc:spChg chg="mod ord">
          <ac:chgData name="Leila Iñigo de la Cruz" userId="fae4ed0d-52e1-4e8b-ac73-77e0b7235c9a" providerId="ADAL" clId="{1E9E03C1-E5D4-4BEC-8EBD-C4DD5262B379}" dt="2026-03-10T10:14:40.663" v="7" actId="700"/>
          <ac:spMkLst>
            <pc:docMk/>
            <pc:sldMk cId="0" sldId="263"/>
            <ac:spMk id="765" creationId="{00000000-0000-0000-0000-000000000000}"/>
          </ac:spMkLst>
        </pc:spChg>
      </pc:sldChg>
      <pc:sldChg chg="addSp delSp modSp mod modClrScheme modAnim chgLayout">
        <pc:chgData name="Leila Iñigo de la Cruz" userId="fae4ed0d-52e1-4e8b-ac73-77e0b7235c9a" providerId="ADAL" clId="{1E9E03C1-E5D4-4BEC-8EBD-C4DD5262B379}" dt="2026-03-10T10:28:28.458" v="379" actId="1076"/>
        <pc:sldMkLst>
          <pc:docMk/>
          <pc:sldMk cId="0" sldId="264"/>
        </pc:sldMkLst>
        <pc:spChg chg="add mod">
          <ac:chgData name="Leila Iñigo de la Cruz" userId="fae4ed0d-52e1-4e8b-ac73-77e0b7235c9a" providerId="ADAL" clId="{1E9E03C1-E5D4-4BEC-8EBD-C4DD5262B379}" dt="2026-03-10T10:27:54.648" v="355" actId="1076"/>
          <ac:spMkLst>
            <pc:docMk/>
            <pc:sldMk cId="0" sldId="264"/>
            <ac:spMk id="2" creationId="{6D06F429-B78C-19A0-6B13-5B6C4D4D9216}"/>
          </ac:spMkLst>
        </pc:spChg>
        <pc:spChg chg="add mod">
          <ac:chgData name="Leila Iñigo de la Cruz" userId="fae4ed0d-52e1-4e8b-ac73-77e0b7235c9a" providerId="ADAL" clId="{1E9E03C1-E5D4-4BEC-8EBD-C4DD5262B379}" dt="2026-03-10T10:28:28.458" v="379" actId="1076"/>
          <ac:spMkLst>
            <pc:docMk/>
            <pc:sldMk cId="0" sldId="264"/>
            <ac:spMk id="3" creationId="{7EDC426D-6B61-3B8B-C130-37C001CBE798}"/>
          </ac:spMkLst>
        </pc:spChg>
        <pc:spChg chg="add del mod">
          <ac:chgData name="Leila Iñigo de la Cruz" userId="fae4ed0d-52e1-4e8b-ac73-77e0b7235c9a" providerId="ADAL" clId="{1E9E03C1-E5D4-4BEC-8EBD-C4DD5262B379}" dt="2026-03-10T10:28:25.983" v="378" actId="478"/>
          <ac:spMkLst>
            <pc:docMk/>
            <pc:sldMk cId="0" sldId="264"/>
            <ac:spMk id="4" creationId="{7448086E-65E6-1D34-BF3F-EF5B1AF60829}"/>
          </ac:spMkLst>
        </pc:spChg>
      </pc:sldChg>
      <pc:sldChg chg="del">
        <pc:chgData name="Leila Iñigo de la Cruz" userId="fae4ed0d-52e1-4e8b-ac73-77e0b7235c9a" providerId="ADAL" clId="{1E9E03C1-E5D4-4BEC-8EBD-C4DD5262B379}" dt="2026-03-10T10:12:54.776" v="1" actId="47"/>
        <pc:sldMkLst>
          <pc:docMk/>
          <pc:sldMk cId="0" sldId="265"/>
        </pc:sldMkLst>
      </pc:sldChg>
      <pc:sldChg chg="del">
        <pc:chgData name="Leila Iñigo de la Cruz" userId="fae4ed0d-52e1-4e8b-ac73-77e0b7235c9a" providerId="ADAL" clId="{1E9E03C1-E5D4-4BEC-8EBD-C4DD5262B379}" dt="2026-03-10T10:12:54.776" v="1" actId="47"/>
        <pc:sldMkLst>
          <pc:docMk/>
          <pc:sldMk cId="0" sldId="266"/>
        </pc:sldMkLst>
      </pc:sldChg>
      <pc:sldChg chg="del">
        <pc:chgData name="Leila Iñigo de la Cruz" userId="fae4ed0d-52e1-4e8b-ac73-77e0b7235c9a" providerId="ADAL" clId="{1E9E03C1-E5D4-4BEC-8EBD-C4DD5262B379}" dt="2026-03-10T10:12:54.776" v="1" actId="47"/>
        <pc:sldMkLst>
          <pc:docMk/>
          <pc:sldMk cId="0" sldId="267"/>
        </pc:sldMkLst>
      </pc:sldChg>
      <pc:sldChg chg="modSp add mod setBg modAnim">
        <pc:chgData name="Leila Iñigo de la Cruz" userId="fae4ed0d-52e1-4e8b-ac73-77e0b7235c9a" providerId="ADAL" clId="{1E9E03C1-E5D4-4BEC-8EBD-C4DD5262B379}" dt="2026-03-10T10:37:52.840" v="578" actId="207"/>
        <pc:sldMkLst>
          <pc:docMk/>
          <pc:sldMk cId="2454315605" sldId="267"/>
        </pc:sldMkLst>
        <pc:spChg chg="mod">
          <ac:chgData name="Leila Iñigo de la Cruz" userId="fae4ed0d-52e1-4e8b-ac73-77e0b7235c9a" providerId="ADAL" clId="{1E9E03C1-E5D4-4BEC-8EBD-C4DD5262B379}" dt="2026-03-10T10:20:39.220" v="61" actId="207"/>
          <ac:spMkLst>
            <pc:docMk/>
            <pc:sldMk cId="2454315605" sldId="267"/>
            <ac:spMk id="15" creationId="{E3EA61EE-268B-413E-8D2A-9B533687071B}"/>
          </ac:spMkLst>
        </pc:spChg>
        <pc:spChg chg="mod">
          <ac:chgData name="Leila Iñigo de la Cruz" userId="fae4ed0d-52e1-4e8b-ac73-77e0b7235c9a" providerId="ADAL" clId="{1E9E03C1-E5D4-4BEC-8EBD-C4DD5262B379}" dt="2026-03-10T10:16:55.252" v="27" actId="404"/>
          <ac:spMkLst>
            <pc:docMk/>
            <pc:sldMk cId="2454315605" sldId="267"/>
            <ac:spMk id="159" creationId="{3A702663-8D72-667B-6285-1F55220F9EAE}"/>
          </ac:spMkLst>
        </pc:spChg>
        <pc:spChg chg="mod">
          <ac:chgData name="Leila Iñigo de la Cruz" userId="fae4ed0d-52e1-4e8b-ac73-77e0b7235c9a" providerId="ADAL" clId="{1E9E03C1-E5D4-4BEC-8EBD-C4DD5262B379}" dt="2026-03-10T10:37:52.840" v="578" actId="207"/>
          <ac:spMkLst>
            <pc:docMk/>
            <pc:sldMk cId="2454315605" sldId="267"/>
            <ac:spMk id="162" creationId="{306949F5-CC21-BF30-BCE7-5BCAFC9AAF7F}"/>
          </ac:spMkLst>
        </pc:spChg>
      </pc:sldChg>
      <pc:sldChg chg="del">
        <pc:chgData name="Leila Iñigo de la Cruz" userId="fae4ed0d-52e1-4e8b-ac73-77e0b7235c9a" providerId="ADAL" clId="{1E9E03C1-E5D4-4BEC-8EBD-C4DD5262B379}" dt="2026-03-10T10:12:54.776" v="1" actId="47"/>
        <pc:sldMkLst>
          <pc:docMk/>
          <pc:sldMk cId="0" sldId="268"/>
        </pc:sldMkLst>
      </pc:sldChg>
      <pc:sldChg chg="modSp add mod setBg">
        <pc:chgData name="Leila Iñigo de la Cruz" userId="fae4ed0d-52e1-4e8b-ac73-77e0b7235c9a" providerId="ADAL" clId="{1E9E03C1-E5D4-4BEC-8EBD-C4DD5262B379}" dt="2026-03-10T10:20:35.520" v="60" actId="207"/>
        <pc:sldMkLst>
          <pc:docMk/>
          <pc:sldMk cId="2360507999" sldId="268"/>
        </pc:sldMkLst>
        <pc:spChg chg="mod">
          <ac:chgData name="Leila Iñigo de la Cruz" userId="fae4ed0d-52e1-4e8b-ac73-77e0b7235c9a" providerId="ADAL" clId="{1E9E03C1-E5D4-4BEC-8EBD-C4DD5262B379}" dt="2026-03-10T10:20:35.520" v="60" actId="207"/>
          <ac:spMkLst>
            <pc:docMk/>
            <pc:sldMk cId="2360507999" sldId="268"/>
            <ac:spMk id="15" creationId="{F72D2798-E797-16A8-0EDE-48F9A92A3EBE}"/>
          </ac:spMkLst>
        </pc:spChg>
        <pc:spChg chg="mod">
          <ac:chgData name="Leila Iñigo de la Cruz" userId="fae4ed0d-52e1-4e8b-ac73-77e0b7235c9a" providerId="ADAL" clId="{1E9E03C1-E5D4-4BEC-8EBD-C4DD5262B379}" dt="2026-03-10T10:20:28.850" v="59" actId="2711"/>
          <ac:spMkLst>
            <pc:docMk/>
            <pc:sldMk cId="2360507999" sldId="268"/>
            <ac:spMk id="159" creationId="{02E3E706-FAB0-BB5C-6021-1B8FCC47936D}"/>
          </ac:spMkLst>
        </pc:spChg>
      </pc:sldChg>
      <pc:sldChg chg="del">
        <pc:chgData name="Leila Iñigo de la Cruz" userId="fae4ed0d-52e1-4e8b-ac73-77e0b7235c9a" providerId="ADAL" clId="{1E9E03C1-E5D4-4BEC-8EBD-C4DD5262B379}" dt="2026-03-10T10:12:54.776" v="1" actId="47"/>
        <pc:sldMkLst>
          <pc:docMk/>
          <pc:sldMk cId="0" sldId="269"/>
        </pc:sldMkLst>
      </pc:sldChg>
      <pc:sldChg chg="modSp add mod setBg">
        <pc:chgData name="Leila Iñigo de la Cruz" userId="fae4ed0d-52e1-4e8b-ac73-77e0b7235c9a" providerId="ADAL" clId="{1E9E03C1-E5D4-4BEC-8EBD-C4DD5262B379}" dt="2026-03-10T10:21:07.694" v="67" actId="207"/>
        <pc:sldMkLst>
          <pc:docMk/>
          <pc:sldMk cId="2808253577" sldId="269"/>
        </pc:sldMkLst>
        <pc:spChg chg="mod">
          <ac:chgData name="Leila Iñigo de la Cruz" userId="fae4ed0d-52e1-4e8b-ac73-77e0b7235c9a" providerId="ADAL" clId="{1E9E03C1-E5D4-4BEC-8EBD-C4DD5262B379}" dt="2026-03-10T10:21:07.694" v="67" actId="207"/>
          <ac:spMkLst>
            <pc:docMk/>
            <pc:sldMk cId="2808253577" sldId="269"/>
            <ac:spMk id="3" creationId="{A6B10454-D7E3-B8E6-8F9C-0E98E449626E}"/>
          </ac:spMkLst>
        </pc:spChg>
        <pc:spChg chg="mod">
          <ac:chgData name="Leila Iñigo de la Cruz" userId="fae4ed0d-52e1-4e8b-ac73-77e0b7235c9a" providerId="ADAL" clId="{1E9E03C1-E5D4-4BEC-8EBD-C4DD5262B379}" dt="2026-03-10T10:21:02.516" v="66" actId="207"/>
          <ac:spMkLst>
            <pc:docMk/>
            <pc:sldMk cId="2808253577" sldId="269"/>
            <ac:spMk id="159" creationId="{371B1358-85C5-059F-0E8E-EEA0B904F23C}"/>
          </ac:spMkLst>
        </pc:spChg>
      </pc:sldChg>
      <pc:sldChg chg="del">
        <pc:chgData name="Leila Iñigo de la Cruz" userId="fae4ed0d-52e1-4e8b-ac73-77e0b7235c9a" providerId="ADAL" clId="{1E9E03C1-E5D4-4BEC-8EBD-C4DD5262B379}" dt="2026-03-10T10:12:54.776" v="1" actId="47"/>
        <pc:sldMkLst>
          <pc:docMk/>
          <pc:sldMk cId="0" sldId="270"/>
        </pc:sldMkLst>
      </pc:sldChg>
      <pc:sldChg chg="add setBg">
        <pc:chgData name="Leila Iñigo de la Cruz" userId="fae4ed0d-52e1-4e8b-ac73-77e0b7235c9a" providerId="ADAL" clId="{1E9E03C1-E5D4-4BEC-8EBD-C4DD5262B379}" dt="2026-03-10T10:20:00.363" v="54"/>
        <pc:sldMkLst>
          <pc:docMk/>
          <pc:sldMk cId="1200304914" sldId="270"/>
        </pc:sldMkLst>
      </pc:sldChg>
      <pc:sldChg chg="del">
        <pc:chgData name="Leila Iñigo de la Cruz" userId="fae4ed0d-52e1-4e8b-ac73-77e0b7235c9a" providerId="ADAL" clId="{1E9E03C1-E5D4-4BEC-8EBD-C4DD5262B379}" dt="2026-03-10T10:12:54.776" v="1" actId="47"/>
        <pc:sldMkLst>
          <pc:docMk/>
          <pc:sldMk cId="0" sldId="271"/>
        </pc:sldMkLst>
      </pc:sldChg>
      <pc:sldChg chg="modSp add mod setBg">
        <pc:chgData name="Leila Iñigo de la Cruz" userId="fae4ed0d-52e1-4e8b-ac73-77e0b7235c9a" providerId="ADAL" clId="{1E9E03C1-E5D4-4BEC-8EBD-C4DD5262B379}" dt="2026-03-10T10:21:35.030" v="74" actId="207"/>
        <pc:sldMkLst>
          <pc:docMk/>
          <pc:sldMk cId="633398990" sldId="271"/>
        </pc:sldMkLst>
        <pc:spChg chg="mod">
          <ac:chgData name="Leila Iñigo de la Cruz" userId="fae4ed0d-52e1-4e8b-ac73-77e0b7235c9a" providerId="ADAL" clId="{1E9E03C1-E5D4-4BEC-8EBD-C4DD5262B379}" dt="2026-03-10T10:21:35.030" v="74" actId="207"/>
          <ac:spMkLst>
            <pc:docMk/>
            <pc:sldMk cId="633398990" sldId="271"/>
            <ac:spMk id="2" creationId="{1033832F-CAA3-FADD-A311-5B91E40E8F48}"/>
          </ac:spMkLst>
        </pc:spChg>
        <pc:spChg chg="mod">
          <ac:chgData name="Leila Iñigo de la Cruz" userId="fae4ed0d-52e1-4e8b-ac73-77e0b7235c9a" providerId="ADAL" clId="{1E9E03C1-E5D4-4BEC-8EBD-C4DD5262B379}" dt="2026-03-10T10:21:35.030" v="74" actId="207"/>
          <ac:spMkLst>
            <pc:docMk/>
            <pc:sldMk cId="633398990" sldId="271"/>
            <ac:spMk id="3" creationId="{4337989A-BC45-D63D-810A-823A37D4630F}"/>
          </ac:spMkLst>
        </pc:spChg>
        <pc:spChg chg="mod">
          <ac:chgData name="Leila Iñigo de la Cruz" userId="fae4ed0d-52e1-4e8b-ac73-77e0b7235c9a" providerId="ADAL" clId="{1E9E03C1-E5D4-4BEC-8EBD-C4DD5262B379}" dt="2026-03-10T10:21:30.288" v="73" actId="207"/>
          <ac:spMkLst>
            <pc:docMk/>
            <pc:sldMk cId="633398990" sldId="271"/>
            <ac:spMk id="159" creationId="{94085A62-5F8C-0F63-8581-810207271EFE}"/>
          </ac:spMkLst>
        </pc:spChg>
        <pc:grpChg chg="mod">
          <ac:chgData name="Leila Iñigo de la Cruz" userId="fae4ed0d-52e1-4e8b-ac73-77e0b7235c9a" providerId="ADAL" clId="{1E9E03C1-E5D4-4BEC-8EBD-C4DD5262B379}" dt="2026-03-10T10:21:35.030" v="74" actId="207"/>
          <ac:grpSpMkLst>
            <pc:docMk/>
            <pc:sldMk cId="633398990" sldId="271"/>
            <ac:grpSpMk id="4" creationId="{603500DA-A41A-D067-7A48-DCC596C396C7}"/>
          </ac:grpSpMkLst>
        </pc:grpChg>
      </pc:sldChg>
      <pc:sldChg chg="del">
        <pc:chgData name="Leila Iñigo de la Cruz" userId="fae4ed0d-52e1-4e8b-ac73-77e0b7235c9a" providerId="ADAL" clId="{1E9E03C1-E5D4-4BEC-8EBD-C4DD5262B379}" dt="2026-03-10T10:12:54.776" v="1" actId="47"/>
        <pc:sldMkLst>
          <pc:docMk/>
          <pc:sldMk cId="0" sldId="272"/>
        </pc:sldMkLst>
      </pc:sldChg>
      <pc:sldChg chg="modSp add mod setBg modAnim">
        <pc:chgData name="Leila Iñigo de la Cruz" userId="fae4ed0d-52e1-4e8b-ac73-77e0b7235c9a" providerId="ADAL" clId="{1E9E03C1-E5D4-4BEC-8EBD-C4DD5262B379}" dt="2026-03-10T10:23:21.796" v="95" actId="404"/>
        <pc:sldMkLst>
          <pc:docMk/>
          <pc:sldMk cId="3284238671" sldId="272"/>
        </pc:sldMkLst>
        <pc:spChg chg="mod">
          <ac:chgData name="Leila Iñigo de la Cruz" userId="fae4ed0d-52e1-4e8b-ac73-77e0b7235c9a" providerId="ADAL" clId="{1E9E03C1-E5D4-4BEC-8EBD-C4DD5262B379}" dt="2026-03-10T10:22:31.180" v="86" actId="207"/>
          <ac:spMkLst>
            <pc:docMk/>
            <pc:sldMk cId="3284238671" sldId="272"/>
            <ac:spMk id="3" creationId="{B4B3B3B9-4438-0B45-07B6-BBBA55CAA402}"/>
          </ac:spMkLst>
        </pc:spChg>
        <pc:spChg chg="mod">
          <ac:chgData name="Leila Iñigo de la Cruz" userId="fae4ed0d-52e1-4e8b-ac73-77e0b7235c9a" providerId="ADAL" clId="{1E9E03C1-E5D4-4BEC-8EBD-C4DD5262B379}" dt="2026-03-10T10:23:21.796" v="95" actId="404"/>
          <ac:spMkLst>
            <pc:docMk/>
            <pc:sldMk cId="3284238671" sldId="272"/>
            <ac:spMk id="4" creationId="{5DE4D6D2-B9F5-7944-9E35-ED973990553D}"/>
          </ac:spMkLst>
        </pc:spChg>
        <pc:spChg chg="mod">
          <ac:chgData name="Leila Iñigo de la Cruz" userId="fae4ed0d-52e1-4e8b-ac73-77e0b7235c9a" providerId="ADAL" clId="{1E9E03C1-E5D4-4BEC-8EBD-C4DD5262B379}" dt="2026-03-10T10:21:59.160" v="80" actId="2711"/>
          <ac:spMkLst>
            <pc:docMk/>
            <pc:sldMk cId="3284238671" sldId="272"/>
            <ac:spMk id="159" creationId="{F347473E-8E6C-F987-D1E2-0D09D1CFA8A3}"/>
          </ac:spMkLst>
        </pc:spChg>
      </pc:sldChg>
      <pc:sldChg chg="del">
        <pc:chgData name="Leila Iñigo de la Cruz" userId="fae4ed0d-52e1-4e8b-ac73-77e0b7235c9a" providerId="ADAL" clId="{1E9E03C1-E5D4-4BEC-8EBD-C4DD5262B379}" dt="2026-03-10T10:12:54.776" v="1" actId="47"/>
        <pc:sldMkLst>
          <pc:docMk/>
          <pc:sldMk cId="0" sldId="273"/>
        </pc:sldMkLst>
      </pc:sldChg>
      <pc:sldChg chg="del">
        <pc:chgData name="Leila Iñigo de la Cruz" userId="fae4ed0d-52e1-4e8b-ac73-77e0b7235c9a" providerId="ADAL" clId="{1E9E03C1-E5D4-4BEC-8EBD-C4DD5262B379}" dt="2026-03-10T10:12:54.776" v="1" actId="47"/>
        <pc:sldMkLst>
          <pc:docMk/>
          <pc:sldMk cId="0" sldId="274"/>
        </pc:sldMkLst>
      </pc:sldChg>
      <pc:sldChg chg="del">
        <pc:chgData name="Leila Iñigo de la Cruz" userId="fae4ed0d-52e1-4e8b-ac73-77e0b7235c9a" providerId="ADAL" clId="{1E9E03C1-E5D4-4BEC-8EBD-C4DD5262B379}" dt="2026-03-10T10:12:54.776" v="1" actId="47"/>
        <pc:sldMkLst>
          <pc:docMk/>
          <pc:sldMk cId="0" sldId="275"/>
        </pc:sldMkLst>
      </pc:sldChg>
      <pc:sldChg chg="del">
        <pc:chgData name="Leila Iñigo de la Cruz" userId="fae4ed0d-52e1-4e8b-ac73-77e0b7235c9a" providerId="ADAL" clId="{1E9E03C1-E5D4-4BEC-8EBD-C4DD5262B379}" dt="2026-03-10T10:12:54.776" v="1" actId="47"/>
        <pc:sldMkLst>
          <pc:docMk/>
          <pc:sldMk cId="0" sldId="276"/>
        </pc:sldMkLst>
      </pc:sldChg>
      <pc:sldChg chg="del">
        <pc:chgData name="Leila Iñigo de la Cruz" userId="fae4ed0d-52e1-4e8b-ac73-77e0b7235c9a" providerId="ADAL" clId="{1E9E03C1-E5D4-4BEC-8EBD-C4DD5262B379}" dt="2026-03-10T10:12:54.776" v="1" actId="47"/>
        <pc:sldMkLst>
          <pc:docMk/>
          <pc:sldMk cId="0" sldId="277"/>
        </pc:sldMkLst>
      </pc:sldChg>
      <pc:sldChg chg="del">
        <pc:chgData name="Leila Iñigo de la Cruz" userId="fae4ed0d-52e1-4e8b-ac73-77e0b7235c9a" providerId="ADAL" clId="{1E9E03C1-E5D4-4BEC-8EBD-C4DD5262B379}" dt="2026-03-10T10:12:54.776" v="1" actId="47"/>
        <pc:sldMkLst>
          <pc:docMk/>
          <pc:sldMk cId="0" sldId="278"/>
        </pc:sldMkLst>
      </pc:sldChg>
      <pc:sldChg chg="del">
        <pc:chgData name="Leila Iñigo de la Cruz" userId="fae4ed0d-52e1-4e8b-ac73-77e0b7235c9a" providerId="ADAL" clId="{1E9E03C1-E5D4-4BEC-8EBD-C4DD5262B379}" dt="2026-03-10T10:12:54.776" v="1" actId="47"/>
        <pc:sldMkLst>
          <pc:docMk/>
          <pc:sldMk cId="0" sldId="279"/>
        </pc:sldMkLst>
      </pc:sldChg>
      <pc:sldChg chg="del">
        <pc:chgData name="Leila Iñigo de la Cruz" userId="fae4ed0d-52e1-4e8b-ac73-77e0b7235c9a" providerId="ADAL" clId="{1E9E03C1-E5D4-4BEC-8EBD-C4DD5262B379}" dt="2026-03-10T10:12:54.776" v="1" actId="47"/>
        <pc:sldMkLst>
          <pc:docMk/>
          <pc:sldMk cId="0" sldId="280"/>
        </pc:sldMkLst>
      </pc:sldChg>
      <pc:sldChg chg="del">
        <pc:chgData name="Leila Iñigo de la Cruz" userId="fae4ed0d-52e1-4e8b-ac73-77e0b7235c9a" providerId="ADAL" clId="{1E9E03C1-E5D4-4BEC-8EBD-C4DD5262B379}" dt="2026-03-10T10:12:54.776" v="1" actId="47"/>
        <pc:sldMkLst>
          <pc:docMk/>
          <pc:sldMk cId="0" sldId="281"/>
        </pc:sldMkLst>
      </pc:sldChg>
      <pc:sldChg chg="del">
        <pc:chgData name="Leila Iñigo de la Cruz" userId="fae4ed0d-52e1-4e8b-ac73-77e0b7235c9a" providerId="ADAL" clId="{1E9E03C1-E5D4-4BEC-8EBD-C4DD5262B379}" dt="2026-03-10T10:12:54.776" v="1" actId="47"/>
        <pc:sldMkLst>
          <pc:docMk/>
          <pc:sldMk cId="0" sldId="282"/>
        </pc:sldMkLst>
      </pc:sldChg>
      <pc:sldChg chg="del">
        <pc:chgData name="Leila Iñigo de la Cruz" userId="fae4ed0d-52e1-4e8b-ac73-77e0b7235c9a" providerId="ADAL" clId="{1E9E03C1-E5D4-4BEC-8EBD-C4DD5262B379}" dt="2026-03-10T10:12:54.776" v="1" actId="47"/>
        <pc:sldMkLst>
          <pc:docMk/>
          <pc:sldMk cId="0" sldId="283"/>
        </pc:sldMkLst>
      </pc:sldChg>
      <pc:sldChg chg="del">
        <pc:chgData name="Leila Iñigo de la Cruz" userId="fae4ed0d-52e1-4e8b-ac73-77e0b7235c9a" providerId="ADAL" clId="{1E9E03C1-E5D4-4BEC-8EBD-C4DD5262B379}" dt="2026-03-10T10:12:54.776" v="1" actId="47"/>
        <pc:sldMkLst>
          <pc:docMk/>
          <pc:sldMk cId="0" sldId="284"/>
        </pc:sldMkLst>
      </pc:sldChg>
      <pc:sldChg chg="del">
        <pc:chgData name="Leila Iñigo de la Cruz" userId="fae4ed0d-52e1-4e8b-ac73-77e0b7235c9a" providerId="ADAL" clId="{1E9E03C1-E5D4-4BEC-8EBD-C4DD5262B379}" dt="2026-03-10T10:12:54.776" v="1" actId="47"/>
        <pc:sldMkLst>
          <pc:docMk/>
          <pc:sldMk cId="0" sldId="285"/>
        </pc:sldMkLst>
      </pc:sldChg>
      <pc:sldChg chg="del">
        <pc:chgData name="Leila Iñigo de la Cruz" userId="fae4ed0d-52e1-4e8b-ac73-77e0b7235c9a" providerId="ADAL" clId="{1E9E03C1-E5D4-4BEC-8EBD-C4DD5262B379}" dt="2026-03-10T10:12:54.776" v="1" actId="47"/>
        <pc:sldMkLst>
          <pc:docMk/>
          <pc:sldMk cId="0" sldId="286"/>
        </pc:sldMkLst>
      </pc:sldChg>
      <pc:sldChg chg="del">
        <pc:chgData name="Leila Iñigo de la Cruz" userId="fae4ed0d-52e1-4e8b-ac73-77e0b7235c9a" providerId="ADAL" clId="{1E9E03C1-E5D4-4BEC-8EBD-C4DD5262B379}" dt="2026-03-10T10:12:54.776" v="1" actId="47"/>
        <pc:sldMkLst>
          <pc:docMk/>
          <pc:sldMk cId="0" sldId="287"/>
        </pc:sldMkLst>
      </pc:sldChg>
      <pc:sldChg chg="del">
        <pc:chgData name="Leila Iñigo de la Cruz" userId="fae4ed0d-52e1-4e8b-ac73-77e0b7235c9a" providerId="ADAL" clId="{1E9E03C1-E5D4-4BEC-8EBD-C4DD5262B379}" dt="2026-03-10T10:12:54.776" v="1" actId="47"/>
        <pc:sldMkLst>
          <pc:docMk/>
          <pc:sldMk cId="0" sldId="288"/>
        </pc:sldMkLst>
      </pc:sldChg>
      <pc:sldChg chg="del">
        <pc:chgData name="Leila Iñigo de la Cruz" userId="fae4ed0d-52e1-4e8b-ac73-77e0b7235c9a" providerId="ADAL" clId="{1E9E03C1-E5D4-4BEC-8EBD-C4DD5262B379}" dt="2026-03-10T10:13:03.863" v="2" actId="47"/>
        <pc:sldMkLst>
          <pc:docMk/>
          <pc:sldMk cId="0" sldId="289"/>
        </pc:sldMkLst>
      </pc:sldChg>
      <pc:sldChg chg="del">
        <pc:chgData name="Leila Iñigo de la Cruz" userId="fae4ed0d-52e1-4e8b-ac73-77e0b7235c9a" providerId="ADAL" clId="{1E9E03C1-E5D4-4BEC-8EBD-C4DD5262B379}" dt="2026-03-10T10:13:03.863" v="2" actId="47"/>
        <pc:sldMkLst>
          <pc:docMk/>
          <pc:sldMk cId="0" sldId="290"/>
        </pc:sldMkLst>
      </pc:sldChg>
      <pc:sldChg chg="del">
        <pc:chgData name="Leila Iñigo de la Cruz" userId="fae4ed0d-52e1-4e8b-ac73-77e0b7235c9a" providerId="ADAL" clId="{1E9E03C1-E5D4-4BEC-8EBD-C4DD5262B379}" dt="2026-03-10T10:13:03.863" v="2" actId="47"/>
        <pc:sldMkLst>
          <pc:docMk/>
          <pc:sldMk cId="0" sldId="291"/>
        </pc:sldMkLst>
      </pc:sldChg>
      <pc:sldChg chg="del">
        <pc:chgData name="Leila Iñigo de la Cruz" userId="fae4ed0d-52e1-4e8b-ac73-77e0b7235c9a" providerId="ADAL" clId="{1E9E03C1-E5D4-4BEC-8EBD-C4DD5262B379}" dt="2026-03-10T10:13:03.863" v="2" actId="47"/>
        <pc:sldMkLst>
          <pc:docMk/>
          <pc:sldMk cId="0" sldId="292"/>
        </pc:sldMkLst>
      </pc:sldChg>
      <pc:sldChg chg="del">
        <pc:chgData name="Leila Iñigo de la Cruz" userId="fae4ed0d-52e1-4e8b-ac73-77e0b7235c9a" providerId="ADAL" clId="{1E9E03C1-E5D4-4BEC-8EBD-C4DD5262B379}" dt="2026-03-10T10:13:03.863" v="2" actId="47"/>
        <pc:sldMkLst>
          <pc:docMk/>
          <pc:sldMk cId="0" sldId="293"/>
        </pc:sldMkLst>
      </pc:sldChg>
      <pc:sldChg chg="del">
        <pc:chgData name="Leila Iñigo de la Cruz" userId="fae4ed0d-52e1-4e8b-ac73-77e0b7235c9a" providerId="ADAL" clId="{1E9E03C1-E5D4-4BEC-8EBD-C4DD5262B379}" dt="2026-03-10T10:13:03.863" v="2" actId="47"/>
        <pc:sldMkLst>
          <pc:docMk/>
          <pc:sldMk cId="0" sldId="294"/>
        </pc:sldMkLst>
      </pc:sldChg>
      <pc:sldChg chg="del">
        <pc:chgData name="Leila Iñigo de la Cruz" userId="fae4ed0d-52e1-4e8b-ac73-77e0b7235c9a" providerId="ADAL" clId="{1E9E03C1-E5D4-4BEC-8EBD-C4DD5262B379}" dt="2026-03-10T10:13:03.863" v="2" actId="47"/>
        <pc:sldMkLst>
          <pc:docMk/>
          <pc:sldMk cId="0" sldId="295"/>
        </pc:sldMkLst>
      </pc:sldChg>
      <pc:sldChg chg="del">
        <pc:chgData name="Leila Iñigo de la Cruz" userId="fae4ed0d-52e1-4e8b-ac73-77e0b7235c9a" providerId="ADAL" clId="{1E9E03C1-E5D4-4BEC-8EBD-C4DD5262B379}" dt="2026-03-10T10:13:03.863" v="2" actId="47"/>
        <pc:sldMkLst>
          <pc:docMk/>
          <pc:sldMk cId="0" sldId="296"/>
        </pc:sldMkLst>
      </pc:sldChg>
      <pc:sldChg chg="del">
        <pc:chgData name="Leila Iñigo de la Cruz" userId="fae4ed0d-52e1-4e8b-ac73-77e0b7235c9a" providerId="ADAL" clId="{1E9E03C1-E5D4-4BEC-8EBD-C4DD5262B379}" dt="2026-03-10T10:13:03.863" v="2" actId="47"/>
        <pc:sldMkLst>
          <pc:docMk/>
          <pc:sldMk cId="0" sldId="297"/>
        </pc:sldMkLst>
      </pc:sldChg>
      <pc:sldChg chg="del">
        <pc:chgData name="Leila Iñigo de la Cruz" userId="fae4ed0d-52e1-4e8b-ac73-77e0b7235c9a" providerId="ADAL" clId="{1E9E03C1-E5D4-4BEC-8EBD-C4DD5262B379}" dt="2026-03-10T10:13:03.863" v="2" actId="47"/>
        <pc:sldMkLst>
          <pc:docMk/>
          <pc:sldMk cId="0" sldId="298"/>
        </pc:sldMkLst>
      </pc:sldChg>
      <pc:sldChg chg="del">
        <pc:chgData name="Leila Iñigo de la Cruz" userId="fae4ed0d-52e1-4e8b-ac73-77e0b7235c9a" providerId="ADAL" clId="{1E9E03C1-E5D4-4BEC-8EBD-C4DD5262B379}" dt="2026-03-10T10:13:03.863" v="2" actId="47"/>
        <pc:sldMkLst>
          <pc:docMk/>
          <pc:sldMk cId="0" sldId="299"/>
        </pc:sldMkLst>
      </pc:sldChg>
      <pc:sldChg chg="del">
        <pc:chgData name="Leila Iñigo de la Cruz" userId="fae4ed0d-52e1-4e8b-ac73-77e0b7235c9a" providerId="ADAL" clId="{1E9E03C1-E5D4-4BEC-8EBD-C4DD5262B379}" dt="2026-03-10T10:13:03.863" v="2" actId="47"/>
        <pc:sldMkLst>
          <pc:docMk/>
          <pc:sldMk cId="0" sldId="300"/>
        </pc:sldMkLst>
      </pc:sldChg>
      <pc:sldChg chg="del">
        <pc:chgData name="Leila Iñigo de la Cruz" userId="fae4ed0d-52e1-4e8b-ac73-77e0b7235c9a" providerId="ADAL" clId="{1E9E03C1-E5D4-4BEC-8EBD-C4DD5262B379}" dt="2026-03-10T10:13:03.863" v="2" actId="47"/>
        <pc:sldMkLst>
          <pc:docMk/>
          <pc:sldMk cId="0" sldId="301"/>
        </pc:sldMkLst>
      </pc:sldChg>
      <pc:sldChg chg="del">
        <pc:chgData name="Leila Iñigo de la Cruz" userId="fae4ed0d-52e1-4e8b-ac73-77e0b7235c9a" providerId="ADAL" clId="{1E9E03C1-E5D4-4BEC-8EBD-C4DD5262B379}" dt="2026-03-10T10:13:03.863" v="2" actId="47"/>
        <pc:sldMkLst>
          <pc:docMk/>
          <pc:sldMk cId="0" sldId="302"/>
        </pc:sldMkLst>
      </pc:sldChg>
      <pc:sldChg chg="del">
        <pc:chgData name="Leila Iñigo de la Cruz" userId="fae4ed0d-52e1-4e8b-ac73-77e0b7235c9a" providerId="ADAL" clId="{1E9E03C1-E5D4-4BEC-8EBD-C4DD5262B379}" dt="2026-03-10T10:13:03.863" v="2" actId="47"/>
        <pc:sldMkLst>
          <pc:docMk/>
          <pc:sldMk cId="0" sldId="303"/>
        </pc:sldMkLst>
      </pc:sldChg>
      <pc:sldChg chg="del">
        <pc:chgData name="Leila Iñigo de la Cruz" userId="fae4ed0d-52e1-4e8b-ac73-77e0b7235c9a" providerId="ADAL" clId="{1E9E03C1-E5D4-4BEC-8EBD-C4DD5262B379}" dt="2026-03-10T10:13:03.863" v="2" actId="47"/>
        <pc:sldMkLst>
          <pc:docMk/>
          <pc:sldMk cId="0" sldId="304"/>
        </pc:sldMkLst>
      </pc:sldChg>
      <pc:sldChg chg="del">
        <pc:chgData name="Leila Iñigo de la Cruz" userId="fae4ed0d-52e1-4e8b-ac73-77e0b7235c9a" providerId="ADAL" clId="{1E9E03C1-E5D4-4BEC-8EBD-C4DD5262B379}" dt="2026-03-10T10:13:30.291" v="3" actId="47"/>
        <pc:sldMkLst>
          <pc:docMk/>
          <pc:sldMk cId="0" sldId="307"/>
        </pc:sldMkLst>
      </pc:sldChg>
      <pc:sldChg chg="del">
        <pc:chgData name="Leila Iñigo de la Cruz" userId="fae4ed0d-52e1-4e8b-ac73-77e0b7235c9a" providerId="ADAL" clId="{1E9E03C1-E5D4-4BEC-8EBD-C4DD5262B379}" dt="2026-03-10T10:13:30.291" v="3" actId="47"/>
        <pc:sldMkLst>
          <pc:docMk/>
          <pc:sldMk cId="0" sldId="308"/>
        </pc:sldMkLst>
      </pc:sldChg>
      <pc:sldChg chg="del">
        <pc:chgData name="Leila Iñigo de la Cruz" userId="fae4ed0d-52e1-4e8b-ac73-77e0b7235c9a" providerId="ADAL" clId="{1E9E03C1-E5D4-4BEC-8EBD-C4DD5262B379}" dt="2026-03-10T10:13:30.291" v="3" actId="47"/>
        <pc:sldMkLst>
          <pc:docMk/>
          <pc:sldMk cId="0" sldId="309"/>
        </pc:sldMkLst>
      </pc:sldChg>
      <pc:sldChg chg="del">
        <pc:chgData name="Leila Iñigo de la Cruz" userId="fae4ed0d-52e1-4e8b-ac73-77e0b7235c9a" providerId="ADAL" clId="{1E9E03C1-E5D4-4BEC-8EBD-C4DD5262B379}" dt="2026-03-10T10:13:30.291" v="3" actId="47"/>
        <pc:sldMkLst>
          <pc:docMk/>
          <pc:sldMk cId="0" sldId="310"/>
        </pc:sldMkLst>
      </pc:sldChg>
      <pc:sldChg chg="del">
        <pc:chgData name="Leila Iñigo de la Cruz" userId="fae4ed0d-52e1-4e8b-ac73-77e0b7235c9a" providerId="ADAL" clId="{1E9E03C1-E5D4-4BEC-8EBD-C4DD5262B379}" dt="2026-03-10T10:13:40.572" v="4" actId="47"/>
        <pc:sldMkLst>
          <pc:docMk/>
          <pc:sldMk cId="0" sldId="312"/>
        </pc:sldMkLst>
      </pc:sldChg>
      <pc:sldChg chg="del">
        <pc:chgData name="Leila Iñigo de la Cruz" userId="fae4ed0d-52e1-4e8b-ac73-77e0b7235c9a" providerId="ADAL" clId="{1E9E03C1-E5D4-4BEC-8EBD-C4DD5262B379}" dt="2026-03-10T10:13:50.822" v="5" actId="47"/>
        <pc:sldMkLst>
          <pc:docMk/>
          <pc:sldMk cId="0" sldId="313"/>
        </pc:sldMkLst>
      </pc:sldChg>
      <pc:sldChg chg="del">
        <pc:chgData name="Leila Iñigo de la Cruz" userId="fae4ed0d-52e1-4e8b-ac73-77e0b7235c9a" providerId="ADAL" clId="{1E9E03C1-E5D4-4BEC-8EBD-C4DD5262B379}" dt="2026-03-10T10:13:50.822" v="5" actId="47"/>
        <pc:sldMkLst>
          <pc:docMk/>
          <pc:sldMk cId="0" sldId="314"/>
        </pc:sldMkLst>
      </pc:sldChg>
      <pc:sldChg chg="del">
        <pc:chgData name="Leila Iñigo de la Cruz" userId="fae4ed0d-52e1-4e8b-ac73-77e0b7235c9a" providerId="ADAL" clId="{1E9E03C1-E5D4-4BEC-8EBD-C4DD5262B379}" dt="2026-03-10T10:13:50.822" v="5" actId="47"/>
        <pc:sldMkLst>
          <pc:docMk/>
          <pc:sldMk cId="0" sldId="315"/>
        </pc:sldMkLst>
      </pc:sldChg>
      <pc:sldChg chg="del">
        <pc:chgData name="Leila Iñigo de la Cruz" userId="fae4ed0d-52e1-4e8b-ac73-77e0b7235c9a" providerId="ADAL" clId="{1E9E03C1-E5D4-4BEC-8EBD-C4DD5262B379}" dt="2026-03-10T10:13:50.822" v="5" actId="47"/>
        <pc:sldMkLst>
          <pc:docMk/>
          <pc:sldMk cId="0" sldId="316"/>
        </pc:sldMkLst>
      </pc:sldChg>
      <pc:sldChg chg="del">
        <pc:chgData name="Leila Iñigo de la Cruz" userId="fae4ed0d-52e1-4e8b-ac73-77e0b7235c9a" providerId="ADAL" clId="{1E9E03C1-E5D4-4BEC-8EBD-C4DD5262B379}" dt="2026-03-10T10:13:50.822" v="5" actId="47"/>
        <pc:sldMkLst>
          <pc:docMk/>
          <pc:sldMk cId="0" sldId="317"/>
        </pc:sldMkLst>
      </pc:sldChg>
      <pc:sldChg chg="del">
        <pc:chgData name="Leila Iñigo de la Cruz" userId="fae4ed0d-52e1-4e8b-ac73-77e0b7235c9a" providerId="ADAL" clId="{1E9E03C1-E5D4-4BEC-8EBD-C4DD5262B379}" dt="2026-03-10T10:13:50.822" v="5" actId="47"/>
        <pc:sldMkLst>
          <pc:docMk/>
          <pc:sldMk cId="0" sldId="318"/>
        </pc:sldMkLst>
      </pc:sldChg>
      <pc:sldChg chg="addSp delSp modSp add mod delAnim">
        <pc:chgData name="Leila Iñigo de la Cruz" userId="fae4ed0d-52e1-4e8b-ac73-77e0b7235c9a" providerId="ADAL" clId="{1E9E03C1-E5D4-4BEC-8EBD-C4DD5262B379}" dt="2026-03-10T10:35:41.891" v="566" actId="554"/>
        <pc:sldMkLst>
          <pc:docMk/>
          <pc:sldMk cId="1645054009" sldId="320"/>
        </pc:sldMkLst>
        <pc:spChg chg="del">
          <ac:chgData name="Leila Iñigo de la Cruz" userId="fae4ed0d-52e1-4e8b-ac73-77e0b7235c9a" providerId="ADAL" clId="{1E9E03C1-E5D4-4BEC-8EBD-C4DD5262B379}" dt="2026-03-10T10:28:47.521" v="381" actId="478"/>
          <ac:spMkLst>
            <pc:docMk/>
            <pc:sldMk cId="1645054009" sldId="320"/>
            <ac:spMk id="2" creationId="{1BAD0357-0B70-3B56-5DAE-AF07B1077BFC}"/>
          </ac:spMkLst>
        </pc:spChg>
        <pc:spChg chg="del">
          <ac:chgData name="Leila Iñigo de la Cruz" userId="fae4ed0d-52e1-4e8b-ac73-77e0b7235c9a" providerId="ADAL" clId="{1E9E03C1-E5D4-4BEC-8EBD-C4DD5262B379}" dt="2026-03-10T10:28:53.648" v="382" actId="478"/>
          <ac:spMkLst>
            <pc:docMk/>
            <pc:sldMk cId="1645054009" sldId="320"/>
            <ac:spMk id="3" creationId="{1E0ADC4B-E736-A258-1235-5455E45B35E5}"/>
          </ac:spMkLst>
        </pc:spChg>
        <pc:spChg chg="add mod">
          <ac:chgData name="Leila Iñigo de la Cruz" userId="fae4ed0d-52e1-4e8b-ac73-77e0b7235c9a" providerId="ADAL" clId="{1E9E03C1-E5D4-4BEC-8EBD-C4DD5262B379}" dt="2026-03-10T10:29:07.698" v="397" actId="1076"/>
          <ac:spMkLst>
            <pc:docMk/>
            <pc:sldMk cId="1645054009" sldId="320"/>
            <ac:spMk id="5" creationId="{AEDEA6E1-16FF-93B9-9ABF-0EB0973BB0EC}"/>
          </ac:spMkLst>
        </pc:spChg>
        <pc:spChg chg="add mod">
          <ac:chgData name="Leila Iñigo de la Cruz" userId="fae4ed0d-52e1-4e8b-ac73-77e0b7235c9a" providerId="ADAL" clId="{1E9E03C1-E5D4-4BEC-8EBD-C4DD5262B379}" dt="2026-03-10T10:35:41.891" v="566" actId="554"/>
          <ac:spMkLst>
            <pc:docMk/>
            <pc:sldMk cId="1645054009" sldId="320"/>
            <ac:spMk id="7" creationId="{22567C22-F933-9107-2029-6D85A3EA8DD4}"/>
          </ac:spMkLst>
        </pc:spChg>
        <pc:spChg chg="add mod">
          <ac:chgData name="Leila Iñigo de la Cruz" userId="fae4ed0d-52e1-4e8b-ac73-77e0b7235c9a" providerId="ADAL" clId="{1E9E03C1-E5D4-4BEC-8EBD-C4DD5262B379}" dt="2026-03-10T10:35:41.891" v="566" actId="554"/>
          <ac:spMkLst>
            <pc:docMk/>
            <pc:sldMk cId="1645054009" sldId="320"/>
            <ac:spMk id="8" creationId="{D2419FE7-79A0-0762-2334-459806A11DA8}"/>
          </ac:spMkLst>
        </pc:spChg>
        <pc:spChg chg="add mod">
          <ac:chgData name="Leila Iñigo de la Cruz" userId="fae4ed0d-52e1-4e8b-ac73-77e0b7235c9a" providerId="ADAL" clId="{1E9E03C1-E5D4-4BEC-8EBD-C4DD5262B379}" dt="2026-03-10T10:35:41.891" v="566" actId="554"/>
          <ac:spMkLst>
            <pc:docMk/>
            <pc:sldMk cId="1645054009" sldId="320"/>
            <ac:spMk id="9" creationId="{F54346DF-672B-7D43-2CA2-804CF99F4197}"/>
          </ac:spMkLst>
        </pc:spChg>
        <pc:graphicFrameChg chg="add modGraphic">
          <ac:chgData name="Leila Iñigo de la Cruz" userId="fae4ed0d-52e1-4e8b-ac73-77e0b7235c9a" providerId="ADAL" clId="{1E9E03C1-E5D4-4BEC-8EBD-C4DD5262B379}" dt="2026-03-10T10:34:22.529" v="495" actId="20577"/>
          <ac:graphicFrameMkLst>
            <pc:docMk/>
            <pc:sldMk cId="1645054009" sldId="320"/>
            <ac:graphicFrameMk id="6" creationId="{82E2489A-5FE0-A077-0DC9-3F77D5D11DCD}"/>
          </ac:graphicFrameMkLst>
        </pc:graphicFrameChg>
      </pc:sldChg>
      <pc:sldChg chg="addSp delSp modSp add mod delAnim">
        <pc:chgData name="Leila Iñigo de la Cruz" userId="fae4ed0d-52e1-4e8b-ac73-77e0b7235c9a" providerId="ADAL" clId="{1E9E03C1-E5D4-4BEC-8EBD-C4DD5262B379}" dt="2026-03-10T11:12:48.515" v="740"/>
        <pc:sldMkLst>
          <pc:docMk/>
          <pc:sldMk cId="4204098889" sldId="321"/>
        </pc:sldMkLst>
        <pc:spChg chg="add del mod">
          <ac:chgData name="Leila Iñigo de la Cruz" userId="fae4ed0d-52e1-4e8b-ac73-77e0b7235c9a" providerId="ADAL" clId="{1E9E03C1-E5D4-4BEC-8EBD-C4DD5262B379}" dt="2026-03-10T11:12:48.515" v="740"/>
          <ac:spMkLst>
            <pc:docMk/>
            <pc:sldMk cId="4204098889" sldId="321"/>
            <ac:spMk id="2" creationId="{5B82C540-34DE-67A0-E5C0-E6F45E0B51D1}"/>
          </ac:spMkLst>
        </pc:spChg>
        <pc:spChg chg="del">
          <ac:chgData name="Leila Iñigo de la Cruz" userId="fae4ed0d-52e1-4e8b-ac73-77e0b7235c9a" providerId="ADAL" clId="{1E9E03C1-E5D4-4BEC-8EBD-C4DD5262B379}" dt="2026-03-10T11:10:09.985" v="581" actId="478"/>
          <ac:spMkLst>
            <pc:docMk/>
            <pc:sldMk cId="4204098889" sldId="321"/>
            <ac:spMk id="3" creationId="{FF28491E-E30B-EA7F-72E5-915E3DA84E82}"/>
          </ac:spMkLst>
        </pc:spChg>
        <pc:spChg chg="del">
          <ac:chgData name="Leila Iñigo de la Cruz" userId="fae4ed0d-52e1-4e8b-ac73-77e0b7235c9a" providerId="ADAL" clId="{1E9E03C1-E5D4-4BEC-8EBD-C4DD5262B379}" dt="2026-03-10T11:10:08.239" v="580" actId="478"/>
          <ac:spMkLst>
            <pc:docMk/>
            <pc:sldMk cId="4204098889" sldId="321"/>
            <ac:spMk id="4" creationId="{7AEB1974-9DE5-AF0F-C663-7B584FC942B0}"/>
          </ac:spMkLst>
        </pc:spChg>
        <pc:spChg chg="mod">
          <ac:chgData name="Leila Iñigo de la Cruz" userId="fae4ed0d-52e1-4e8b-ac73-77e0b7235c9a" providerId="ADAL" clId="{1E9E03C1-E5D4-4BEC-8EBD-C4DD5262B379}" dt="2026-03-10T11:10:28.853" v="592" actId="20577"/>
          <ac:spMkLst>
            <pc:docMk/>
            <pc:sldMk cId="4204098889" sldId="321"/>
            <ac:spMk id="159" creationId="{9393A648-FCDC-8011-7E51-8D8CCC2F752B}"/>
          </ac:spMkLst>
        </pc:spChg>
        <pc:spChg chg="del">
          <ac:chgData name="Leila Iñigo de la Cruz" userId="fae4ed0d-52e1-4e8b-ac73-77e0b7235c9a" providerId="ADAL" clId="{1E9E03C1-E5D4-4BEC-8EBD-C4DD5262B379}" dt="2026-03-10T11:10:17.655" v="583" actId="478"/>
          <ac:spMkLst>
            <pc:docMk/>
            <pc:sldMk cId="4204098889" sldId="321"/>
            <ac:spMk id="160" creationId="{F168C7B6-D0E7-A0AE-DFE1-28DC25E47C62}"/>
          </ac:spMkLst>
        </pc:spChg>
        <pc:grpChg chg="del">
          <ac:chgData name="Leila Iñigo de la Cruz" userId="fae4ed0d-52e1-4e8b-ac73-77e0b7235c9a" providerId="ADAL" clId="{1E9E03C1-E5D4-4BEC-8EBD-C4DD5262B379}" dt="2026-03-10T11:10:11.295" v="582" actId="478"/>
          <ac:grpSpMkLst>
            <pc:docMk/>
            <pc:sldMk cId="4204098889" sldId="321"/>
            <ac:grpSpMk id="161" creationId="{D1982BEB-B579-D6C8-22C1-8B49DD814208}"/>
          </ac:grpSpMkLst>
        </pc:grpChg>
      </pc:sldChg>
      <pc:sldChg chg="addSp modSp add mod">
        <pc:chgData name="Leila Iñigo de la Cruz" userId="fae4ed0d-52e1-4e8b-ac73-77e0b7235c9a" providerId="ADAL" clId="{1E9E03C1-E5D4-4BEC-8EBD-C4DD5262B379}" dt="2026-03-10T11:12:35.109" v="733" actId="1076"/>
        <pc:sldMkLst>
          <pc:docMk/>
          <pc:sldMk cId="2121690261" sldId="322"/>
        </pc:sldMkLst>
        <pc:spChg chg="add mod">
          <ac:chgData name="Leila Iñigo de la Cruz" userId="fae4ed0d-52e1-4e8b-ac73-77e0b7235c9a" providerId="ADAL" clId="{1E9E03C1-E5D4-4BEC-8EBD-C4DD5262B379}" dt="2026-03-10T11:12:35.109" v="733" actId="1076"/>
          <ac:spMkLst>
            <pc:docMk/>
            <pc:sldMk cId="2121690261" sldId="322"/>
            <ac:spMk id="2" creationId="{9CE15101-BAF6-5CE2-1CC8-24ECA76F7589}"/>
          </ac:spMkLst>
        </pc:spChg>
        <pc:spChg chg="add">
          <ac:chgData name="Leila Iñigo de la Cruz" userId="fae4ed0d-52e1-4e8b-ac73-77e0b7235c9a" providerId="ADAL" clId="{1E9E03C1-E5D4-4BEC-8EBD-C4DD5262B379}" dt="2026-03-10T11:11:20.907" v="635"/>
          <ac:spMkLst>
            <pc:docMk/>
            <pc:sldMk cId="2121690261" sldId="322"/>
            <ac:spMk id="3" creationId="{2FE2D483-CA98-0F27-B771-307DD528C6D6}"/>
          </ac:spMkLst>
        </pc:spChg>
        <pc:spChg chg="mod">
          <ac:chgData name="Leila Iñigo de la Cruz" userId="fae4ed0d-52e1-4e8b-ac73-77e0b7235c9a" providerId="ADAL" clId="{1E9E03C1-E5D4-4BEC-8EBD-C4DD5262B379}" dt="2026-03-10T11:12:27.991" v="731" actId="20577"/>
          <ac:spMkLst>
            <pc:docMk/>
            <pc:sldMk cId="2121690261" sldId="322"/>
            <ac:spMk id="159" creationId="{2BEE8948-B99A-D81C-A86F-3372D866B414}"/>
          </ac:spMkLst>
        </pc:spChg>
      </pc:sldChg>
      <pc:sldMasterChg chg="del delSldLayout">
        <pc:chgData name="Leila Iñigo de la Cruz" userId="fae4ed0d-52e1-4e8b-ac73-77e0b7235c9a" providerId="ADAL" clId="{1E9E03C1-E5D4-4BEC-8EBD-C4DD5262B379}" dt="2026-03-10T10:15:02.972" v="11" actId="2696"/>
        <pc:sldMasterMkLst>
          <pc:docMk/>
          <pc:sldMasterMk cId="0" sldId="2147483648"/>
        </pc:sldMasterMkLst>
        <pc:sldLayoutChg chg="del">
          <pc:chgData name="Leila Iñigo de la Cruz" userId="fae4ed0d-52e1-4e8b-ac73-77e0b7235c9a" providerId="ADAL" clId="{1E9E03C1-E5D4-4BEC-8EBD-C4DD5262B379}" dt="2026-03-10T10:12:43.293" v="0" actId="47"/>
          <pc:sldLayoutMkLst>
            <pc:docMk/>
            <pc:sldMasterMk cId="0" sldId="2147483648"/>
            <pc:sldLayoutMk cId="0" sldId="2147483649"/>
          </pc:sldLayoutMkLst>
        </pc:sldLayoutChg>
        <pc:sldLayoutChg chg="del">
          <pc:chgData name="Leila Iñigo de la Cruz" userId="fae4ed0d-52e1-4e8b-ac73-77e0b7235c9a" providerId="ADAL" clId="{1E9E03C1-E5D4-4BEC-8EBD-C4DD5262B379}" dt="2026-03-10T10:12:43.293" v="0" actId="47"/>
          <pc:sldLayoutMkLst>
            <pc:docMk/>
            <pc:sldMasterMk cId="0" sldId="2147483648"/>
            <pc:sldLayoutMk cId="0" sldId="2147483650"/>
          </pc:sldLayoutMkLst>
        </pc:sldLayoutChg>
        <pc:sldLayoutChg chg="del">
          <pc:chgData name="Leila Iñigo de la Cruz" userId="fae4ed0d-52e1-4e8b-ac73-77e0b7235c9a" providerId="ADAL" clId="{1E9E03C1-E5D4-4BEC-8EBD-C4DD5262B379}" dt="2026-03-10T10:12:43.293" v="0" actId="47"/>
          <pc:sldLayoutMkLst>
            <pc:docMk/>
            <pc:sldMasterMk cId="0" sldId="2147483648"/>
            <pc:sldLayoutMk cId="0" sldId="2147483651"/>
          </pc:sldLayoutMkLst>
        </pc:sldLayoutChg>
        <pc:sldLayoutChg chg="del">
          <pc:chgData name="Leila Iñigo de la Cruz" userId="fae4ed0d-52e1-4e8b-ac73-77e0b7235c9a" providerId="ADAL" clId="{1E9E03C1-E5D4-4BEC-8EBD-C4DD5262B379}" dt="2026-03-10T10:12:43.293" v="0" actId="47"/>
          <pc:sldLayoutMkLst>
            <pc:docMk/>
            <pc:sldMasterMk cId="0" sldId="2147483648"/>
            <pc:sldLayoutMk cId="0" sldId="2147483652"/>
          </pc:sldLayoutMkLst>
        </pc:sldLayoutChg>
        <pc:sldLayoutChg chg="del">
          <pc:chgData name="Leila Iñigo de la Cruz" userId="fae4ed0d-52e1-4e8b-ac73-77e0b7235c9a" providerId="ADAL" clId="{1E9E03C1-E5D4-4BEC-8EBD-C4DD5262B379}" dt="2026-03-10T10:12:43.293" v="0" actId="47"/>
          <pc:sldLayoutMkLst>
            <pc:docMk/>
            <pc:sldMasterMk cId="0" sldId="2147483648"/>
            <pc:sldLayoutMk cId="0" sldId="2147483653"/>
          </pc:sldLayoutMkLst>
        </pc:sldLayoutChg>
        <pc:sldLayoutChg chg="del">
          <pc:chgData name="Leila Iñigo de la Cruz" userId="fae4ed0d-52e1-4e8b-ac73-77e0b7235c9a" providerId="ADAL" clId="{1E9E03C1-E5D4-4BEC-8EBD-C4DD5262B379}" dt="2026-03-10T10:12:43.293" v="0" actId="47"/>
          <pc:sldLayoutMkLst>
            <pc:docMk/>
            <pc:sldMasterMk cId="0" sldId="2147483648"/>
            <pc:sldLayoutMk cId="0" sldId="2147483654"/>
          </pc:sldLayoutMkLst>
        </pc:sldLayoutChg>
        <pc:sldLayoutChg chg="del">
          <pc:chgData name="Leila Iñigo de la Cruz" userId="fae4ed0d-52e1-4e8b-ac73-77e0b7235c9a" providerId="ADAL" clId="{1E9E03C1-E5D4-4BEC-8EBD-C4DD5262B379}" dt="2026-03-10T10:15:02.972" v="11" actId="2696"/>
          <pc:sldLayoutMkLst>
            <pc:docMk/>
            <pc:sldMasterMk cId="0" sldId="2147483648"/>
            <pc:sldLayoutMk cId="0" sldId="2147483655"/>
          </pc:sldLayoutMkLst>
        </pc:sldLayoutChg>
        <pc:sldLayoutChg chg="del">
          <pc:chgData name="Leila Iñigo de la Cruz" userId="fae4ed0d-52e1-4e8b-ac73-77e0b7235c9a" providerId="ADAL" clId="{1E9E03C1-E5D4-4BEC-8EBD-C4DD5262B379}" dt="2026-03-10T10:15:02.972" v="11" actId="2696"/>
          <pc:sldLayoutMkLst>
            <pc:docMk/>
            <pc:sldMasterMk cId="0" sldId="2147483648"/>
            <pc:sldLayoutMk cId="0" sldId="2147483656"/>
          </pc:sldLayoutMkLst>
        </pc:sldLayoutChg>
        <pc:sldLayoutChg chg="del">
          <pc:chgData name="Leila Iñigo de la Cruz" userId="fae4ed0d-52e1-4e8b-ac73-77e0b7235c9a" providerId="ADAL" clId="{1E9E03C1-E5D4-4BEC-8EBD-C4DD5262B379}" dt="2026-03-10T10:15:02.972" v="11" actId="2696"/>
          <pc:sldLayoutMkLst>
            <pc:docMk/>
            <pc:sldMasterMk cId="0" sldId="2147483648"/>
            <pc:sldLayoutMk cId="0" sldId="2147483657"/>
          </pc:sldLayoutMkLst>
        </pc:sldLayoutChg>
        <pc:sldLayoutChg chg="del">
          <pc:chgData name="Leila Iñigo de la Cruz" userId="fae4ed0d-52e1-4e8b-ac73-77e0b7235c9a" providerId="ADAL" clId="{1E9E03C1-E5D4-4BEC-8EBD-C4DD5262B379}" dt="2026-03-10T10:12:54.776" v="1" actId="47"/>
          <pc:sldLayoutMkLst>
            <pc:docMk/>
            <pc:sldMasterMk cId="0" sldId="2147483648"/>
            <pc:sldLayoutMk cId="0" sldId="2147483658"/>
          </pc:sldLayoutMkLst>
        </pc:sldLayoutChg>
        <pc:sldLayoutChg chg="del">
          <pc:chgData name="Leila Iñigo de la Cruz" userId="fae4ed0d-52e1-4e8b-ac73-77e0b7235c9a" providerId="ADAL" clId="{1E9E03C1-E5D4-4BEC-8EBD-C4DD5262B379}" dt="2026-03-10T10:12:54.776" v="1" actId="47"/>
          <pc:sldLayoutMkLst>
            <pc:docMk/>
            <pc:sldMasterMk cId="0" sldId="2147483648"/>
            <pc:sldLayoutMk cId="0" sldId="2147483659"/>
          </pc:sldLayoutMkLst>
        </pc:sldLayoutChg>
        <pc:sldLayoutChg chg="del">
          <pc:chgData name="Leila Iñigo de la Cruz" userId="fae4ed0d-52e1-4e8b-ac73-77e0b7235c9a" providerId="ADAL" clId="{1E9E03C1-E5D4-4BEC-8EBD-C4DD5262B379}" dt="2026-03-10T10:12:54.776" v="1" actId="47"/>
          <pc:sldLayoutMkLst>
            <pc:docMk/>
            <pc:sldMasterMk cId="0" sldId="2147483648"/>
            <pc:sldLayoutMk cId="0" sldId="2147483660"/>
          </pc:sldLayoutMkLst>
        </pc:sldLayoutChg>
        <pc:sldLayoutChg chg="del">
          <pc:chgData name="Leila Iñigo de la Cruz" userId="fae4ed0d-52e1-4e8b-ac73-77e0b7235c9a" providerId="ADAL" clId="{1E9E03C1-E5D4-4BEC-8EBD-C4DD5262B379}" dt="2026-03-10T10:12:54.776" v="1" actId="47"/>
          <pc:sldLayoutMkLst>
            <pc:docMk/>
            <pc:sldMasterMk cId="0" sldId="2147483648"/>
            <pc:sldLayoutMk cId="0" sldId="2147483661"/>
          </pc:sldLayoutMkLst>
        </pc:sldLayoutChg>
      </pc:sldMasterChg>
      <pc:sldMasterChg chg="del delSldLayout">
        <pc:chgData name="Leila Iñigo de la Cruz" userId="fae4ed0d-52e1-4e8b-ac73-77e0b7235c9a" providerId="ADAL" clId="{1E9E03C1-E5D4-4BEC-8EBD-C4DD5262B379}" dt="2026-03-10T10:12:54.776" v="1" actId="47"/>
        <pc:sldMasterMkLst>
          <pc:docMk/>
          <pc:sldMasterMk cId="0" sldId="2147483662"/>
        </pc:sldMasterMkLst>
        <pc:sldLayoutChg chg="del">
          <pc:chgData name="Leila Iñigo de la Cruz" userId="fae4ed0d-52e1-4e8b-ac73-77e0b7235c9a" providerId="ADAL" clId="{1E9E03C1-E5D4-4BEC-8EBD-C4DD5262B379}" dt="2026-03-10T10:12:54.776" v="1" actId="47"/>
          <pc:sldLayoutMkLst>
            <pc:docMk/>
            <pc:sldMasterMk cId="0" sldId="2147483662"/>
            <pc:sldLayoutMk cId="0" sldId="2147483663"/>
          </pc:sldLayoutMkLst>
        </pc:sldLayoutChg>
        <pc:sldLayoutChg chg="del">
          <pc:chgData name="Leila Iñigo de la Cruz" userId="fae4ed0d-52e1-4e8b-ac73-77e0b7235c9a" providerId="ADAL" clId="{1E9E03C1-E5D4-4BEC-8EBD-C4DD5262B379}" dt="2026-03-10T10:12:54.776" v="1" actId="47"/>
          <pc:sldLayoutMkLst>
            <pc:docMk/>
            <pc:sldMasterMk cId="0" sldId="2147483662"/>
            <pc:sldLayoutMk cId="0" sldId="2147483664"/>
          </pc:sldLayoutMkLst>
        </pc:sldLayoutChg>
        <pc:sldLayoutChg chg="del">
          <pc:chgData name="Leila Iñigo de la Cruz" userId="fae4ed0d-52e1-4e8b-ac73-77e0b7235c9a" providerId="ADAL" clId="{1E9E03C1-E5D4-4BEC-8EBD-C4DD5262B379}" dt="2026-03-10T10:12:54.776" v="1" actId="47"/>
          <pc:sldLayoutMkLst>
            <pc:docMk/>
            <pc:sldMasterMk cId="0" sldId="2147483662"/>
            <pc:sldLayoutMk cId="0" sldId="2147483665"/>
          </pc:sldLayoutMkLst>
        </pc:sldLayoutChg>
        <pc:sldLayoutChg chg="del">
          <pc:chgData name="Leila Iñigo de la Cruz" userId="fae4ed0d-52e1-4e8b-ac73-77e0b7235c9a" providerId="ADAL" clId="{1E9E03C1-E5D4-4BEC-8EBD-C4DD5262B379}" dt="2026-03-10T10:12:54.776" v="1" actId="47"/>
          <pc:sldLayoutMkLst>
            <pc:docMk/>
            <pc:sldMasterMk cId="0" sldId="2147483662"/>
            <pc:sldLayoutMk cId="0" sldId="2147483666"/>
          </pc:sldLayoutMkLst>
        </pc:sldLayoutChg>
        <pc:sldLayoutChg chg="del">
          <pc:chgData name="Leila Iñigo de la Cruz" userId="fae4ed0d-52e1-4e8b-ac73-77e0b7235c9a" providerId="ADAL" clId="{1E9E03C1-E5D4-4BEC-8EBD-C4DD5262B379}" dt="2026-03-10T10:12:54.776" v="1" actId="47"/>
          <pc:sldLayoutMkLst>
            <pc:docMk/>
            <pc:sldMasterMk cId="0" sldId="2147483662"/>
            <pc:sldLayoutMk cId="0" sldId="2147483667"/>
          </pc:sldLayoutMkLst>
        </pc:sldLayoutChg>
        <pc:sldLayoutChg chg="del">
          <pc:chgData name="Leila Iñigo de la Cruz" userId="fae4ed0d-52e1-4e8b-ac73-77e0b7235c9a" providerId="ADAL" clId="{1E9E03C1-E5D4-4BEC-8EBD-C4DD5262B379}" dt="2026-03-10T10:12:54.776" v="1" actId="47"/>
          <pc:sldLayoutMkLst>
            <pc:docMk/>
            <pc:sldMasterMk cId="0" sldId="2147483662"/>
            <pc:sldLayoutMk cId="0" sldId="2147483668"/>
          </pc:sldLayoutMkLst>
        </pc:sldLayoutChg>
      </pc:sldMasterChg>
      <pc:sldMasterChg chg="del delSldLayout">
        <pc:chgData name="Leila Iñigo de la Cruz" userId="fae4ed0d-52e1-4e8b-ac73-77e0b7235c9a" providerId="ADAL" clId="{1E9E03C1-E5D4-4BEC-8EBD-C4DD5262B379}" dt="2026-03-10T10:13:03.863" v="2" actId="47"/>
        <pc:sldMasterMkLst>
          <pc:docMk/>
          <pc:sldMasterMk cId="0" sldId="2147483669"/>
        </pc:sldMasterMkLst>
        <pc:sldLayoutChg chg="del">
          <pc:chgData name="Leila Iñigo de la Cruz" userId="fae4ed0d-52e1-4e8b-ac73-77e0b7235c9a" providerId="ADAL" clId="{1E9E03C1-E5D4-4BEC-8EBD-C4DD5262B379}" dt="2026-03-10T10:12:54.776" v="1" actId="47"/>
          <pc:sldLayoutMkLst>
            <pc:docMk/>
            <pc:sldMasterMk cId="0" sldId="2147483669"/>
            <pc:sldLayoutMk cId="0" sldId="2147483670"/>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1"/>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2"/>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3"/>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4"/>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5"/>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6"/>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7"/>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8"/>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79"/>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80"/>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81"/>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82"/>
          </pc:sldLayoutMkLst>
        </pc:sldLayoutChg>
        <pc:sldLayoutChg chg="del">
          <pc:chgData name="Leila Iñigo de la Cruz" userId="fae4ed0d-52e1-4e8b-ac73-77e0b7235c9a" providerId="ADAL" clId="{1E9E03C1-E5D4-4BEC-8EBD-C4DD5262B379}" dt="2026-03-10T10:12:54.776" v="1" actId="47"/>
          <pc:sldLayoutMkLst>
            <pc:docMk/>
            <pc:sldMasterMk cId="0" sldId="2147483669"/>
            <pc:sldLayoutMk cId="0" sldId="2147483683"/>
          </pc:sldLayoutMkLst>
        </pc:sldLayoutChg>
        <pc:sldLayoutChg chg="del">
          <pc:chgData name="Leila Iñigo de la Cruz" userId="fae4ed0d-52e1-4e8b-ac73-77e0b7235c9a" providerId="ADAL" clId="{1E9E03C1-E5D4-4BEC-8EBD-C4DD5262B379}" dt="2026-03-10T10:13:03.863" v="2" actId="47"/>
          <pc:sldLayoutMkLst>
            <pc:docMk/>
            <pc:sldMasterMk cId="0" sldId="2147483669"/>
            <pc:sldLayoutMk cId="0" sldId="2147483684"/>
          </pc:sldLayoutMkLst>
        </pc:sldLayoutChg>
        <pc:sldLayoutChg chg="del">
          <pc:chgData name="Leila Iñigo de la Cruz" userId="fae4ed0d-52e1-4e8b-ac73-77e0b7235c9a" providerId="ADAL" clId="{1E9E03C1-E5D4-4BEC-8EBD-C4DD5262B379}" dt="2026-03-10T10:13:03.863" v="2" actId="47"/>
          <pc:sldLayoutMkLst>
            <pc:docMk/>
            <pc:sldMasterMk cId="0" sldId="2147483669"/>
            <pc:sldLayoutMk cId="0" sldId="2147483685"/>
          </pc:sldLayoutMkLst>
        </pc:sldLayoutChg>
        <pc:sldLayoutChg chg="del">
          <pc:chgData name="Leila Iñigo de la Cruz" userId="fae4ed0d-52e1-4e8b-ac73-77e0b7235c9a" providerId="ADAL" clId="{1E9E03C1-E5D4-4BEC-8EBD-C4DD5262B379}" dt="2026-03-10T10:13:03.863" v="2" actId="47"/>
          <pc:sldLayoutMkLst>
            <pc:docMk/>
            <pc:sldMasterMk cId="0" sldId="2147483669"/>
            <pc:sldLayoutMk cId="0" sldId="2147483686"/>
          </pc:sldLayoutMkLst>
        </pc:sldLayoutChg>
        <pc:sldLayoutChg chg="del">
          <pc:chgData name="Leila Iñigo de la Cruz" userId="fae4ed0d-52e1-4e8b-ac73-77e0b7235c9a" providerId="ADAL" clId="{1E9E03C1-E5D4-4BEC-8EBD-C4DD5262B379}" dt="2026-03-10T10:13:03.863" v="2" actId="47"/>
          <pc:sldLayoutMkLst>
            <pc:docMk/>
            <pc:sldMasterMk cId="0" sldId="2147483669"/>
            <pc:sldLayoutMk cId="0" sldId="2147483687"/>
          </pc:sldLayoutMkLst>
        </pc:sldLayoutChg>
      </pc:sldMasterChg>
      <pc:sldMasterChg chg="del delSldLayout">
        <pc:chgData name="Leila Iñigo de la Cruz" userId="fae4ed0d-52e1-4e8b-ac73-77e0b7235c9a" providerId="ADAL" clId="{1E9E03C1-E5D4-4BEC-8EBD-C4DD5262B379}" dt="2026-03-10T10:13:03.863" v="2" actId="47"/>
        <pc:sldMasterMkLst>
          <pc:docMk/>
          <pc:sldMasterMk cId="0" sldId="2147483688"/>
        </pc:sldMasterMkLst>
        <pc:sldLayoutChg chg="del">
          <pc:chgData name="Leila Iñigo de la Cruz" userId="fae4ed0d-52e1-4e8b-ac73-77e0b7235c9a" providerId="ADAL" clId="{1E9E03C1-E5D4-4BEC-8EBD-C4DD5262B379}" dt="2026-03-10T10:13:03.863" v="2" actId="47"/>
          <pc:sldLayoutMkLst>
            <pc:docMk/>
            <pc:sldMasterMk cId="0" sldId="2147483688"/>
            <pc:sldLayoutMk cId="0" sldId="2147483689"/>
          </pc:sldLayoutMkLst>
        </pc:sldLayoutChg>
        <pc:sldLayoutChg chg="del">
          <pc:chgData name="Leila Iñigo de la Cruz" userId="fae4ed0d-52e1-4e8b-ac73-77e0b7235c9a" providerId="ADAL" clId="{1E9E03C1-E5D4-4BEC-8EBD-C4DD5262B379}" dt="2026-03-10T10:13:03.863" v="2" actId="47"/>
          <pc:sldLayoutMkLst>
            <pc:docMk/>
            <pc:sldMasterMk cId="0" sldId="2147483688"/>
            <pc:sldLayoutMk cId="0" sldId="2147483690"/>
          </pc:sldLayoutMkLst>
        </pc:sldLayoutChg>
        <pc:sldLayoutChg chg="del">
          <pc:chgData name="Leila Iñigo de la Cruz" userId="fae4ed0d-52e1-4e8b-ac73-77e0b7235c9a" providerId="ADAL" clId="{1E9E03C1-E5D4-4BEC-8EBD-C4DD5262B379}" dt="2026-03-10T10:13:03.863" v="2" actId="47"/>
          <pc:sldLayoutMkLst>
            <pc:docMk/>
            <pc:sldMasterMk cId="0" sldId="2147483688"/>
            <pc:sldLayoutMk cId="0" sldId="2147483691"/>
          </pc:sldLayoutMkLst>
        </pc:sldLayoutChg>
        <pc:sldLayoutChg chg="del">
          <pc:chgData name="Leila Iñigo de la Cruz" userId="fae4ed0d-52e1-4e8b-ac73-77e0b7235c9a" providerId="ADAL" clId="{1E9E03C1-E5D4-4BEC-8EBD-C4DD5262B379}" dt="2026-03-10T10:13:03.863" v="2" actId="47"/>
          <pc:sldLayoutMkLst>
            <pc:docMk/>
            <pc:sldMasterMk cId="0" sldId="2147483688"/>
            <pc:sldLayoutMk cId="0" sldId="2147483692"/>
          </pc:sldLayoutMkLst>
        </pc:sldLayoutChg>
      </pc:sldMasterChg>
      <pc:sldMasterChg chg="del delSldLayout">
        <pc:chgData name="Leila Iñigo de la Cruz" userId="fae4ed0d-52e1-4e8b-ac73-77e0b7235c9a" providerId="ADAL" clId="{1E9E03C1-E5D4-4BEC-8EBD-C4DD5262B379}" dt="2026-03-10T10:13:03.863" v="2" actId="47"/>
        <pc:sldMasterMkLst>
          <pc:docMk/>
          <pc:sldMasterMk cId="0" sldId="2147483693"/>
        </pc:sldMasterMkLst>
        <pc:sldLayoutChg chg="del">
          <pc:chgData name="Leila Iñigo de la Cruz" userId="fae4ed0d-52e1-4e8b-ac73-77e0b7235c9a" providerId="ADAL" clId="{1E9E03C1-E5D4-4BEC-8EBD-C4DD5262B379}" dt="2026-03-10T10:13:03.863" v="2" actId="47"/>
          <pc:sldLayoutMkLst>
            <pc:docMk/>
            <pc:sldMasterMk cId="0" sldId="2147483693"/>
            <pc:sldLayoutMk cId="0" sldId="2147483694"/>
          </pc:sldLayoutMkLst>
        </pc:sldLayoutChg>
      </pc:sldMasterChg>
      <pc:sldMasterChg chg="del delSldLayout">
        <pc:chgData name="Leila Iñigo de la Cruz" userId="fae4ed0d-52e1-4e8b-ac73-77e0b7235c9a" providerId="ADAL" clId="{1E9E03C1-E5D4-4BEC-8EBD-C4DD5262B379}" dt="2026-03-10T10:13:03.863" v="2" actId="47"/>
        <pc:sldMasterMkLst>
          <pc:docMk/>
          <pc:sldMasterMk cId="0" sldId="2147483695"/>
        </pc:sldMasterMkLst>
        <pc:sldLayoutChg chg="del">
          <pc:chgData name="Leila Iñigo de la Cruz" userId="fae4ed0d-52e1-4e8b-ac73-77e0b7235c9a" providerId="ADAL" clId="{1E9E03C1-E5D4-4BEC-8EBD-C4DD5262B379}" dt="2026-03-10T10:13:03.863" v="2" actId="47"/>
          <pc:sldLayoutMkLst>
            <pc:docMk/>
            <pc:sldMasterMk cId="0" sldId="2147483695"/>
            <pc:sldLayoutMk cId="0" sldId="2147483696"/>
          </pc:sldLayoutMkLst>
        </pc:sldLayoutChg>
        <pc:sldLayoutChg chg="del">
          <pc:chgData name="Leila Iñigo de la Cruz" userId="fae4ed0d-52e1-4e8b-ac73-77e0b7235c9a" providerId="ADAL" clId="{1E9E03C1-E5D4-4BEC-8EBD-C4DD5262B379}" dt="2026-03-10T10:13:03.863" v="2" actId="47"/>
          <pc:sldLayoutMkLst>
            <pc:docMk/>
            <pc:sldMasterMk cId="0" sldId="2147483695"/>
            <pc:sldLayoutMk cId="0" sldId="2147483697"/>
          </pc:sldLayoutMkLst>
        </pc:sldLayoutChg>
        <pc:sldLayoutChg chg="del">
          <pc:chgData name="Leila Iñigo de la Cruz" userId="fae4ed0d-52e1-4e8b-ac73-77e0b7235c9a" providerId="ADAL" clId="{1E9E03C1-E5D4-4BEC-8EBD-C4DD5262B379}" dt="2026-03-10T10:13:03.863" v="2" actId="47"/>
          <pc:sldLayoutMkLst>
            <pc:docMk/>
            <pc:sldMasterMk cId="0" sldId="2147483695"/>
            <pc:sldLayoutMk cId="0" sldId="2147483698"/>
          </pc:sldLayoutMkLst>
        </pc:sldLayoutChg>
        <pc:sldLayoutChg chg="del">
          <pc:chgData name="Leila Iñigo de la Cruz" userId="fae4ed0d-52e1-4e8b-ac73-77e0b7235c9a" providerId="ADAL" clId="{1E9E03C1-E5D4-4BEC-8EBD-C4DD5262B379}" dt="2026-03-10T10:13:03.863" v="2" actId="47"/>
          <pc:sldLayoutMkLst>
            <pc:docMk/>
            <pc:sldMasterMk cId="0" sldId="2147483695"/>
            <pc:sldLayoutMk cId="0" sldId="2147483699"/>
          </pc:sldLayoutMkLst>
        </pc:sldLayoutChg>
        <pc:sldLayoutChg chg="del">
          <pc:chgData name="Leila Iñigo de la Cruz" userId="fae4ed0d-52e1-4e8b-ac73-77e0b7235c9a" providerId="ADAL" clId="{1E9E03C1-E5D4-4BEC-8EBD-C4DD5262B379}" dt="2026-03-10T10:13:03.863" v="2" actId="47"/>
          <pc:sldLayoutMkLst>
            <pc:docMk/>
            <pc:sldMasterMk cId="0" sldId="2147483695"/>
            <pc:sldLayoutMk cId="0" sldId="2147483700"/>
          </pc:sldLayoutMkLst>
        </pc:sldLayoutChg>
        <pc:sldLayoutChg chg="del">
          <pc:chgData name="Leila Iñigo de la Cruz" userId="fae4ed0d-52e1-4e8b-ac73-77e0b7235c9a" providerId="ADAL" clId="{1E9E03C1-E5D4-4BEC-8EBD-C4DD5262B379}" dt="2026-03-10T10:13:03.863" v="2" actId="47"/>
          <pc:sldLayoutMkLst>
            <pc:docMk/>
            <pc:sldMasterMk cId="0" sldId="2147483695"/>
            <pc:sldLayoutMk cId="0" sldId="2147483701"/>
          </pc:sldLayoutMkLst>
        </pc:sldLayoutChg>
        <pc:sldLayoutChg chg="del">
          <pc:chgData name="Leila Iñigo de la Cruz" userId="fae4ed0d-52e1-4e8b-ac73-77e0b7235c9a" providerId="ADAL" clId="{1E9E03C1-E5D4-4BEC-8EBD-C4DD5262B379}" dt="2026-03-10T10:13:03.863" v="2" actId="47"/>
          <pc:sldLayoutMkLst>
            <pc:docMk/>
            <pc:sldMasterMk cId="0" sldId="2147483695"/>
            <pc:sldLayoutMk cId="0" sldId="2147483702"/>
          </pc:sldLayoutMkLst>
        </pc:sldLayoutChg>
      </pc:sldMasterChg>
      <pc:sldMasterChg chg="delSldLayout">
        <pc:chgData name="Leila Iñigo de la Cruz" userId="fae4ed0d-52e1-4e8b-ac73-77e0b7235c9a" providerId="ADAL" clId="{1E9E03C1-E5D4-4BEC-8EBD-C4DD5262B379}" dt="2026-03-10T10:13:30.291" v="3" actId="47"/>
        <pc:sldMasterMkLst>
          <pc:docMk/>
          <pc:sldMasterMk cId="0" sldId="2147483703"/>
        </pc:sldMasterMkLst>
        <pc:sldLayoutChg chg="del">
          <pc:chgData name="Leila Iñigo de la Cruz" userId="fae4ed0d-52e1-4e8b-ac73-77e0b7235c9a" providerId="ADAL" clId="{1E9E03C1-E5D4-4BEC-8EBD-C4DD5262B379}" dt="2026-03-10T10:13:30.291" v="3" actId="47"/>
          <pc:sldLayoutMkLst>
            <pc:docMk/>
            <pc:sldMasterMk cId="0" sldId="2147483703"/>
            <pc:sldLayoutMk cId="0" sldId="2147483706"/>
          </pc:sldLayoutMkLst>
        </pc:sldLayoutChg>
        <pc:sldLayoutChg chg="del">
          <pc:chgData name="Leila Iñigo de la Cruz" userId="fae4ed0d-52e1-4e8b-ac73-77e0b7235c9a" providerId="ADAL" clId="{1E9E03C1-E5D4-4BEC-8EBD-C4DD5262B379}" dt="2026-03-10T10:13:30.291" v="3" actId="47"/>
          <pc:sldLayoutMkLst>
            <pc:docMk/>
            <pc:sldMasterMk cId="0" sldId="2147483703"/>
            <pc:sldLayoutMk cId="0" sldId="2147483707"/>
          </pc:sldLayoutMkLst>
        </pc:sldLayoutChg>
      </pc:sldMasterChg>
      <pc:sldMasterChg chg="del delSldLayout">
        <pc:chgData name="Leila Iñigo de la Cruz" userId="fae4ed0d-52e1-4e8b-ac73-77e0b7235c9a" providerId="ADAL" clId="{1E9E03C1-E5D4-4BEC-8EBD-C4DD5262B379}" dt="2026-03-10T10:13:50.822" v="5" actId="47"/>
        <pc:sldMasterMkLst>
          <pc:docMk/>
          <pc:sldMasterMk cId="0" sldId="2147483709"/>
        </pc:sldMasterMkLst>
        <pc:sldLayoutChg chg="del">
          <pc:chgData name="Leila Iñigo de la Cruz" userId="fae4ed0d-52e1-4e8b-ac73-77e0b7235c9a" providerId="ADAL" clId="{1E9E03C1-E5D4-4BEC-8EBD-C4DD5262B379}" dt="2026-03-10T10:13:40.572" v="4" actId="47"/>
          <pc:sldLayoutMkLst>
            <pc:docMk/>
            <pc:sldMasterMk cId="0" sldId="2147483709"/>
            <pc:sldLayoutMk cId="0" sldId="2147483710"/>
          </pc:sldLayoutMkLst>
        </pc:sldLayoutChg>
        <pc:sldLayoutChg chg="del">
          <pc:chgData name="Leila Iñigo de la Cruz" userId="fae4ed0d-52e1-4e8b-ac73-77e0b7235c9a" providerId="ADAL" clId="{1E9E03C1-E5D4-4BEC-8EBD-C4DD5262B379}" dt="2026-03-10T10:13:50.822" v="5" actId="47"/>
          <pc:sldLayoutMkLst>
            <pc:docMk/>
            <pc:sldMasterMk cId="0" sldId="2147483709"/>
            <pc:sldLayoutMk cId="0" sldId="2147483711"/>
          </pc:sldLayoutMkLst>
        </pc:sldLayoutChg>
        <pc:sldLayoutChg chg="del">
          <pc:chgData name="Leila Iñigo de la Cruz" userId="fae4ed0d-52e1-4e8b-ac73-77e0b7235c9a" providerId="ADAL" clId="{1E9E03C1-E5D4-4BEC-8EBD-C4DD5262B379}" dt="2026-03-10T10:13:50.822" v="5" actId="47"/>
          <pc:sldLayoutMkLst>
            <pc:docMk/>
            <pc:sldMasterMk cId="0" sldId="2147483709"/>
            <pc:sldLayoutMk cId="0" sldId="2147483712"/>
          </pc:sldLayoutMkLst>
        </pc:sldLayoutChg>
      </pc:sldMasterChg>
      <pc:sldMasterChg chg="delSldLayout">
        <pc:chgData name="Leila Iñigo de la Cruz" userId="fae4ed0d-52e1-4e8b-ac73-77e0b7235c9a" providerId="ADAL" clId="{1E9E03C1-E5D4-4BEC-8EBD-C4DD5262B379}" dt="2026-03-10T10:13:50.822" v="5" actId="47"/>
        <pc:sldMasterMkLst>
          <pc:docMk/>
          <pc:sldMasterMk cId="0" sldId="2147483713"/>
        </pc:sldMasterMkLst>
        <pc:sldLayoutChg chg="del">
          <pc:chgData name="Leila Iñigo de la Cruz" userId="fae4ed0d-52e1-4e8b-ac73-77e0b7235c9a" providerId="ADAL" clId="{1E9E03C1-E5D4-4BEC-8EBD-C4DD5262B379}" dt="2026-03-10T10:13:50.822" v="5" actId="47"/>
          <pc:sldLayoutMkLst>
            <pc:docMk/>
            <pc:sldMasterMk cId="0" sldId="2147483713"/>
            <pc:sldLayoutMk cId="0" sldId="2147483714"/>
          </pc:sldLayoutMkLst>
        </pc:sldLayoutChg>
        <pc:sldLayoutChg chg="del">
          <pc:chgData name="Leila Iñigo de la Cruz" userId="fae4ed0d-52e1-4e8b-ac73-77e0b7235c9a" providerId="ADAL" clId="{1E9E03C1-E5D4-4BEC-8EBD-C4DD5262B379}" dt="2026-03-10T10:13:50.822" v="5" actId="47"/>
          <pc:sldLayoutMkLst>
            <pc:docMk/>
            <pc:sldMasterMk cId="0" sldId="2147483713"/>
            <pc:sldLayoutMk cId="0" sldId="2147483715"/>
          </pc:sldLayoutMkLst>
        </pc:sldLayoutChg>
        <pc:sldLayoutChg chg="del">
          <pc:chgData name="Leila Iñigo de la Cruz" userId="fae4ed0d-52e1-4e8b-ac73-77e0b7235c9a" providerId="ADAL" clId="{1E9E03C1-E5D4-4BEC-8EBD-C4DD5262B379}" dt="2026-03-10T10:13:50.822" v="5" actId="47"/>
          <pc:sldLayoutMkLst>
            <pc:docMk/>
            <pc:sldMasterMk cId="0" sldId="2147483713"/>
            <pc:sldLayoutMk cId="0" sldId="2147483716"/>
          </pc:sldLayoutMkLst>
        </pc:sldLayoutChg>
        <pc:sldLayoutChg chg="del">
          <pc:chgData name="Leila Iñigo de la Cruz" userId="fae4ed0d-52e1-4e8b-ac73-77e0b7235c9a" providerId="ADAL" clId="{1E9E03C1-E5D4-4BEC-8EBD-C4DD5262B379}" dt="2026-03-10T10:13:50.822" v="5" actId="47"/>
          <pc:sldLayoutMkLst>
            <pc:docMk/>
            <pc:sldMasterMk cId="0" sldId="2147483713"/>
            <pc:sldLayoutMk cId="0" sldId="214748371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67B924-04B0-4B33-8A87-4E57CDAB46F1}"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nl-NL"/>
        </a:p>
      </dgm:t>
    </dgm:pt>
    <dgm:pt modelId="{EFD3965F-785F-44B3-A4F4-809A5D9AB7CB}">
      <dgm:prSet phldrT="[Text]" phldr="0"/>
      <dgm:spPr/>
      <dgm:t>
        <a:bodyPr/>
        <a:lstStyle/>
        <a:p>
          <a:r>
            <a:rPr lang="en-US" dirty="0"/>
            <a:t>API request</a:t>
          </a:r>
          <a:endParaRPr lang="nl-NL" dirty="0"/>
        </a:p>
      </dgm:t>
    </dgm:pt>
    <dgm:pt modelId="{2FAB73E5-5C81-4C6E-AC41-0D54E3D2F1D1}" type="parTrans" cxnId="{7076762C-E0DF-4585-B814-DF07D5984C38}">
      <dgm:prSet/>
      <dgm:spPr/>
      <dgm:t>
        <a:bodyPr/>
        <a:lstStyle/>
        <a:p>
          <a:endParaRPr lang="nl-NL"/>
        </a:p>
      </dgm:t>
    </dgm:pt>
    <dgm:pt modelId="{5B14C6EA-C572-4404-AB2B-226EE141957D}" type="sibTrans" cxnId="{7076762C-E0DF-4585-B814-DF07D5984C38}">
      <dgm:prSet/>
      <dgm:spPr/>
      <dgm:t>
        <a:bodyPr/>
        <a:lstStyle/>
        <a:p>
          <a:endParaRPr lang="nl-NL"/>
        </a:p>
      </dgm:t>
    </dgm:pt>
    <dgm:pt modelId="{02B3E014-1F91-498D-8E96-90C025E7587B}">
      <dgm:prSet phldrT="[Text]" phldr="0"/>
      <dgm:spPr/>
      <dgm:t>
        <a:bodyPr/>
        <a:lstStyle/>
        <a:p>
          <a:r>
            <a:rPr lang="en-US" dirty="0"/>
            <a:t>Parsing the response with Python</a:t>
          </a:r>
          <a:endParaRPr lang="nl-NL" dirty="0"/>
        </a:p>
      </dgm:t>
    </dgm:pt>
    <dgm:pt modelId="{0F32A2DF-1A20-459D-8756-23D3C5F67F85}" type="parTrans" cxnId="{D4722470-424F-4FB1-B7EB-A553649E14C1}">
      <dgm:prSet/>
      <dgm:spPr/>
      <dgm:t>
        <a:bodyPr/>
        <a:lstStyle/>
        <a:p>
          <a:endParaRPr lang="nl-NL"/>
        </a:p>
      </dgm:t>
    </dgm:pt>
    <dgm:pt modelId="{C53B8F5B-159F-45A5-AE37-FF6121A8124C}" type="sibTrans" cxnId="{D4722470-424F-4FB1-B7EB-A553649E14C1}">
      <dgm:prSet/>
      <dgm:spPr/>
      <dgm:t>
        <a:bodyPr/>
        <a:lstStyle/>
        <a:p>
          <a:endParaRPr lang="nl-NL"/>
        </a:p>
      </dgm:t>
    </dgm:pt>
    <dgm:pt modelId="{D6F114DD-37A9-4AB9-8065-56C3A8B8C49C}">
      <dgm:prSet phldrT="[Text]" phldr="0"/>
      <dgm:spPr/>
      <dgm:t>
        <a:bodyPr/>
        <a:lstStyle/>
        <a:p>
          <a:r>
            <a:rPr lang="en-US" dirty="0"/>
            <a:t>Presenting the info in the dashboard</a:t>
          </a:r>
          <a:endParaRPr lang="nl-NL" dirty="0"/>
        </a:p>
      </dgm:t>
    </dgm:pt>
    <dgm:pt modelId="{537D0404-4511-4003-A75F-3F06020F1760}" type="parTrans" cxnId="{2F54D89C-1A3B-407B-96AD-F0A8AE0D0514}">
      <dgm:prSet/>
      <dgm:spPr/>
      <dgm:t>
        <a:bodyPr/>
        <a:lstStyle/>
        <a:p>
          <a:endParaRPr lang="nl-NL"/>
        </a:p>
      </dgm:t>
    </dgm:pt>
    <dgm:pt modelId="{28D53F2D-CDD3-411C-B054-5860D959711F}" type="sibTrans" cxnId="{2F54D89C-1A3B-407B-96AD-F0A8AE0D0514}">
      <dgm:prSet/>
      <dgm:spPr/>
      <dgm:t>
        <a:bodyPr/>
        <a:lstStyle/>
        <a:p>
          <a:endParaRPr lang="nl-NL"/>
        </a:p>
      </dgm:t>
    </dgm:pt>
    <dgm:pt modelId="{354E24C8-283B-4838-BBD6-357AA053BFB0}" type="pres">
      <dgm:prSet presAssocID="{D267B924-04B0-4B33-8A87-4E57CDAB46F1}" presName="Name0" presStyleCnt="0">
        <dgm:presLayoutVars>
          <dgm:dir/>
          <dgm:resizeHandles val="exact"/>
        </dgm:presLayoutVars>
      </dgm:prSet>
      <dgm:spPr/>
    </dgm:pt>
    <dgm:pt modelId="{F181EF6C-749C-4BD2-A9BD-440CC18F2A45}" type="pres">
      <dgm:prSet presAssocID="{EFD3965F-785F-44B3-A4F4-809A5D9AB7CB}" presName="node" presStyleLbl="node1" presStyleIdx="0" presStyleCnt="3">
        <dgm:presLayoutVars>
          <dgm:bulletEnabled val="1"/>
        </dgm:presLayoutVars>
      </dgm:prSet>
      <dgm:spPr/>
    </dgm:pt>
    <dgm:pt modelId="{A7C20633-B40C-4F97-A145-809E969D12C9}" type="pres">
      <dgm:prSet presAssocID="{5B14C6EA-C572-4404-AB2B-226EE141957D}" presName="sibTrans" presStyleLbl="sibTrans2D1" presStyleIdx="0" presStyleCnt="2"/>
      <dgm:spPr/>
    </dgm:pt>
    <dgm:pt modelId="{30B8EFE9-C4F3-4E37-8248-DEE2DAE4905B}" type="pres">
      <dgm:prSet presAssocID="{5B14C6EA-C572-4404-AB2B-226EE141957D}" presName="connectorText" presStyleLbl="sibTrans2D1" presStyleIdx="0" presStyleCnt="2"/>
      <dgm:spPr/>
    </dgm:pt>
    <dgm:pt modelId="{4416C0E4-877D-42A8-B7A7-676FDE8960B8}" type="pres">
      <dgm:prSet presAssocID="{02B3E014-1F91-498D-8E96-90C025E7587B}" presName="node" presStyleLbl="node1" presStyleIdx="1" presStyleCnt="3">
        <dgm:presLayoutVars>
          <dgm:bulletEnabled val="1"/>
        </dgm:presLayoutVars>
      </dgm:prSet>
      <dgm:spPr/>
    </dgm:pt>
    <dgm:pt modelId="{D04EF437-1204-4AE5-BB36-DD01B8D10BFD}" type="pres">
      <dgm:prSet presAssocID="{C53B8F5B-159F-45A5-AE37-FF6121A8124C}" presName="sibTrans" presStyleLbl="sibTrans2D1" presStyleIdx="1" presStyleCnt="2"/>
      <dgm:spPr/>
    </dgm:pt>
    <dgm:pt modelId="{E8DB1ABC-5894-4331-A17F-4225B1B4C942}" type="pres">
      <dgm:prSet presAssocID="{C53B8F5B-159F-45A5-AE37-FF6121A8124C}" presName="connectorText" presStyleLbl="sibTrans2D1" presStyleIdx="1" presStyleCnt="2"/>
      <dgm:spPr/>
    </dgm:pt>
    <dgm:pt modelId="{E3C5ECEE-2984-467E-BF45-6C211DDB8B76}" type="pres">
      <dgm:prSet presAssocID="{D6F114DD-37A9-4AB9-8065-56C3A8B8C49C}" presName="node" presStyleLbl="node1" presStyleIdx="2" presStyleCnt="3">
        <dgm:presLayoutVars>
          <dgm:bulletEnabled val="1"/>
        </dgm:presLayoutVars>
      </dgm:prSet>
      <dgm:spPr/>
    </dgm:pt>
  </dgm:ptLst>
  <dgm:cxnLst>
    <dgm:cxn modelId="{379CC511-CD2C-41B0-A9E1-077089649083}" type="presOf" srcId="{C53B8F5B-159F-45A5-AE37-FF6121A8124C}" destId="{D04EF437-1204-4AE5-BB36-DD01B8D10BFD}" srcOrd="0" destOrd="0" presId="urn:microsoft.com/office/officeart/2005/8/layout/process1"/>
    <dgm:cxn modelId="{EAF9BA14-23A5-46AA-AD02-16BA2D47E0FD}" type="presOf" srcId="{C53B8F5B-159F-45A5-AE37-FF6121A8124C}" destId="{E8DB1ABC-5894-4331-A17F-4225B1B4C942}" srcOrd="1" destOrd="0" presId="urn:microsoft.com/office/officeart/2005/8/layout/process1"/>
    <dgm:cxn modelId="{7076762C-E0DF-4585-B814-DF07D5984C38}" srcId="{D267B924-04B0-4B33-8A87-4E57CDAB46F1}" destId="{EFD3965F-785F-44B3-A4F4-809A5D9AB7CB}" srcOrd="0" destOrd="0" parTransId="{2FAB73E5-5C81-4C6E-AC41-0D54E3D2F1D1}" sibTransId="{5B14C6EA-C572-4404-AB2B-226EE141957D}"/>
    <dgm:cxn modelId="{AC219037-3045-4306-966C-A2E80F9EACAB}" type="presOf" srcId="{EFD3965F-785F-44B3-A4F4-809A5D9AB7CB}" destId="{F181EF6C-749C-4BD2-A9BD-440CC18F2A45}" srcOrd="0" destOrd="0" presId="urn:microsoft.com/office/officeart/2005/8/layout/process1"/>
    <dgm:cxn modelId="{8283B548-8964-4BB7-B7C3-7A84BE0B4FAF}" type="presOf" srcId="{5B14C6EA-C572-4404-AB2B-226EE141957D}" destId="{A7C20633-B40C-4F97-A145-809E969D12C9}" srcOrd="0" destOrd="0" presId="urn:microsoft.com/office/officeart/2005/8/layout/process1"/>
    <dgm:cxn modelId="{D4722470-424F-4FB1-B7EB-A553649E14C1}" srcId="{D267B924-04B0-4B33-8A87-4E57CDAB46F1}" destId="{02B3E014-1F91-498D-8E96-90C025E7587B}" srcOrd="1" destOrd="0" parTransId="{0F32A2DF-1A20-459D-8756-23D3C5F67F85}" sibTransId="{C53B8F5B-159F-45A5-AE37-FF6121A8124C}"/>
    <dgm:cxn modelId="{2F54D89C-1A3B-407B-96AD-F0A8AE0D0514}" srcId="{D267B924-04B0-4B33-8A87-4E57CDAB46F1}" destId="{D6F114DD-37A9-4AB9-8065-56C3A8B8C49C}" srcOrd="2" destOrd="0" parTransId="{537D0404-4511-4003-A75F-3F06020F1760}" sibTransId="{28D53F2D-CDD3-411C-B054-5860D959711F}"/>
    <dgm:cxn modelId="{DEFA7BA8-86A1-4BA6-9070-39189EE40D92}" type="presOf" srcId="{5B14C6EA-C572-4404-AB2B-226EE141957D}" destId="{30B8EFE9-C4F3-4E37-8248-DEE2DAE4905B}" srcOrd="1" destOrd="0" presId="urn:microsoft.com/office/officeart/2005/8/layout/process1"/>
    <dgm:cxn modelId="{66BC8DA9-0A17-4D40-BF84-243CD0AC87A9}" type="presOf" srcId="{02B3E014-1F91-498D-8E96-90C025E7587B}" destId="{4416C0E4-877D-42A8-B7A7-676FDE8960B8}" srcOrd="0" destOrd="0" presId="urn:microsoft.com/office/officeart/2005/8/layout/process1"/>
    <dgm:cxn modelId="{AF99C0B2-FEBF-42F3-B320-E885C38055A3}" type="presOf" srcId="{D267B924-04B0-4B33-8A87-4E57CDAB46F1}" destId="{354E24C8-283B-4838-BBD6-357AA053BFB0}" srcOrd="0" destOrd="0" presId="urn:microsoft.com/office/officeart/2005/8/layout/process1"/>
    <dgm:cxn modelId="{BF53BFCC-57F6-41D1-BA07-0BF56A75132B}" type="presOf" srcId="{D6F114DD-37A9-4AB9-8065-56C3A8B8C49C}" destId="{E3C5ECEE-2984-467E-BF45-6C211DDB8B76}" srcOrd="0" destOrd="0" presId="urn:microsoft.com/office/officeart/2005/8/layout/process1"/>
    <dgm:cxn modelId="{E60B8F21-A16B-42C5-B580-8873D2A43DFB}" type="presParOf" srcId="{354E24C8-283B-4838-BBD6-357AA053BFB0}" destId="{F181EF6C-749C-4BD2-A9BD-440CC18F2A45}" srcOrd="0" destOrd="0" presId="urn:microsoft.com/office/officeart/2005/8/layout/process1"/>
    <dgm:cxn modelId="{A937AFD7-59D7-420A-A78B-ABE8D2356B14}" type="presParOf" srcId="{354E24C8-283B-4838-BBD6-357AA053BFB0}" destId="{A7C20633-B40C-4F97-A145-809E969D12C9}" srcOrd="1" destOrd="0" presId="urn:microsoft.com/office/officeart/2005/8/layout/process1"/>
    <dgm:cxn modelId="{9968B866-3469-4FAC-8349-8C410047937F}" type="presParOf" srcId="{A7C20633-B40C-4F97-A145-809E969D12C9}" destId="{30B8EFE9-C4F3-4E37-8248-DEE2DAE4905B}" srcOrd="0" destOrd="0" presId="urn:microsoft.com/office/officeart/2005/8/layout/process1"/>
    <dgm:cxn modelId="{516B2C32-981A-4C5A-8B9E-5EE995F938A2}" type="presParOf" srcId="{354E24C8-283B-4838-BBD6-357AA053BFB0}" destId="{4416C0E4-877D-42A8-B7A7-676FDE8960B8}" srcOrd="2" destOrd="0" presId="urn:microsoft.com/office/officeart/2005/8/layout/process1"/>
    <dgm:cxn modelId="{497A60E2-5734-4818-9DFE-EA8C3B09F748}" type="presParOf" srcId="{354E24C8-283B-4838-BBD6-357AA053BFB0}" destId="{D04EF437-1204-4AE5-BB36-DD01B8D10BFD}" srcOrd="3" destOrd="0" presId="urn:microsoft.com/office/officeart/2005/8/layout/process1"/>
    <dgm:cxn modelId="{2D5BDD25-90BC-4ACB-B159-64A4CFD5664A}" type="presParOf" srcId="{D04EF437-1204-4AE5-BB36-DD01B8D10BFD}" destId="{E8DB1ABC-5894-4331-A17F-4225B1B4C942}" srcOrd="0" destOrd="0" presId="urn:microsoft.com/office/officeart/2005/8/layout/process1"/>
    <dgm:cxn modelId="{D530159B-F65D-4D88-B58C-6C1B257F57C5}" type="presParOf" srcId="{354E24C8-283B-4838-BBD6-357AA053BFB0}" destId="{E3C5ECEE-2984-467E-BF45-6C211DDB8B76}"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81EF6C-749C-4BD2-A9BD-440CC18F2A45}">
      <dsp:nvSpPr>
        <dsp:cNvPr id="0" name=""/>
        <dsp:cNvSpPr/>
      </dsp:nvSpPr>
      <dsp:spPr>
        <a:xfrm>
          <a:off x="7143" y="2068777"/>
          <a:ext cx="2135187" cy="1281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API request</a:t>
          </a:r>
          <a:endParaRPr lang="nl-NL" sz="2400" kern="1200" dirty="0"/>
        </a:p>
      </dsp:txBody>
      <dsp:txXfrm>
        <a:off x="44665" y="2106299"/>
        <a:ext cx="2060143" cy="1206068"/>
      </dsp:txXfrm>
    </dsp:sp>
    <dsp:sp modelId="{A7C20633-B40C-4F97-A145-809E969D12C9}">
      <dsp:nvSpPr>
        <dsp:cNvPr id="0" name=""/>
        <dsp:cNvSpPr/>
      </dsp:nvSpPr>
      <dsp:spPr>
        <a:xfrm>
          <a:off x="2355850"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nl-NL" sz="2000" kern="1200"/>
        </a:p>
      </dsp:txBody>
      <dsp:txXfrm>
        <a:off x="2355850" y="2550475"/>
        <a:ext cx="316861" cy="317716"/>
      </dsp:txXfrm>
    </dsp:sp>
    <dsp:sp modelId="{4416C0E4-877D-42A8-B7A7-676FDE8960B8}">
      <dsp:nvSpPr>
        <dsp:cNvPr id="0" name=""/>
        <dsp:cNvSpPr/>
      </dsp:nvSpPr>
      <dsp:spPr>
        <a:xfrm>
          <a:off x="2996406" y="2068777"/>
          <a:ext cx="2135187" cy="1281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Parsing the response with Python</a:t>
          </a:r>
          <a:endParaRPr lang="nl-NL" sz="2400" kern="1200" dirty="0"/>
        </a:p>
      </dsp:txBody>
      <dsp:txXfrm>
        <a:off x="3033928" y="2106299"/>
        <a:ext cx="2060143" cy="1206068"/>
      </dsp:txXfrm>
    </dsp:sp>
    <dsp:sp modelId="{D04EF437-1204-4AE5-BB36-DD01B8D10BFD}">
      <dsp:nvSpPr>
        <dsp:cNvPr id="0" name=""/>
        <dsp:cNvSpPr/>
      </dsp:nvSpPr>
      <dsp:spPr>
        <a:xfrm>
          <a:off x="5345112"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nl-NL" sz="2000" kern="1200"/>
        </a:p>
      </dsp:txBody>
      <dsp:txXfrm>
        <a:off x="5345112" y="2550475"/>
        <a:ext cx="316861" cy="317716"/>
      </dsp:txXfrm>
    </dsp:sp>
    <dsp:sp modelId="{E3C5ECEE-2984-467E-BF45-6C211DDB8B76}">
      <dsp:nvSpPr>
        <dsp:cNvPr id="0" name=""/>
        <dsp:cNvSpPr/>
      </dsp:nvSpPr>
      <dsp:spPr>
        <a:xfrm>
          <a:off x="5985668" y="2068777"/>
          <a:ext cx="2135187" cy="1281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Presenting the info in the dashboard</a:t>
          </a:r>
          <a:endParaRPr lang="nl-NL" sz="2400" kern="1200" dirty="0"/>
        </a:p>
      </dsp:txBody>
      <dsp:txXfrm>
        <a:off x="6023190" y="2106299"/>
        <a:ext cx="2060143" cy="120606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a:extLst>
            <a:ext uri="{FF2B5EF4-FFF2-40B4-BE49-F238E27FC236}">
              <a16:creationId xmlns:a16="http://schemas.microsoft.com/office/drawing/2014/main" id="{8B615D1E-214E-D8A7-2AFB-49946B31F746}"/>
            </a:ext>
          </a:extLst>
        </p:cNvPr>
        <p:cNvGrpSpPr/>
        <p:nvPr/>
      </p:nvGrpSpPr>
      <p:grpSpPr>
        <a:xfrm>
          <a:off x="0" y="0"/>
          <a:ext cx="0" cy="0"/>
          <a:chOff x="0" y="0"/>
          <a:chExt cx="0" cy="0"/>
        </a:xfrm>
      </p:grpSpPr>
      <p:sp>
        <p:nvSpPr>
          <p:cNvPr id="767" name="Google Shape;767;p9:notes">
            <a:extLst>
              <a:ext uri="{FF2B5EF4-FFF2-40B4-BE49-F238E27FC236}">
                <a16:creationId xmlns:a16="http://schemas.microsoft.com/office/drawing/2014/main" id="{FB443AE9-501C-7C24-3ED4-438416099C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8" name="Google Shape;768;p9:notes">
            <a:extLst>
              <a:ext uri="{FF2B5EF4-FFF2-40B4-BE49-F238E27FC236}">
                <a16:creationId xmlns:a16="http://schemas.microsoft.com/office/drawing/2014/main" id="{56A91CFF-CF78-0E03-45C0-60B01C35C8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8480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C25E577B-6A75-F08B-2D28-89AFD169F60D}"/>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92722BD2-E6D6-E6AC-0EBF-D50335BAC6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1C89DF15-BF22-5541-E3D6-CD9B3A95F9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024763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13E7B918-47BC-B053-51DC-E4DC0748D244}"/>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71FBBF76-C0DF-2B56-CDDE-8926BB8B92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60BC7842-7C59-6EDE-41E8-23A3B38C98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nl-NL" dirty="0"/>
              <a:t>HTTP  - Hyper </a:t>
            </a:r>
            <a:r>
              <a:rPr lang="nl-NL" dirty="0" err="1"/>
              <a:t>text</a:t>
            </a:r>
            <a:r>
              <a:rPr lang="nl-NL" dirty="0"/>
              <a:t> transfer protocol </a:t>
            </a:r>
          </a:p>
          <a:p>
            <a:pPr marL="0" lvl="0" indent="0" algn="l" rtl="0">
              <a:lnSpc>
                <a:spcPct val="100000"/>
              </a:lnSpc>
              <a:spcBef>
                <a:spcPts val="0"/>
              </a:spcBef>
              <a:spcAft>
                <a:spcPts val="0"/>
              </a:spcAft>
              <a:buSzPts val="1400"/>
              <a:buNone/>
            </a:pPr>
            <a:r>
              <a:rPr lang="nl-NL" dirty="0"/>
              <a:t>JSON – Java Script Object </a:t>
            </a:r>
            <a:r>
              <a:rPr lang="nl-NL" dirty="0" err="1"/>
              <a:t>notation</a:t>
            </a:r>
            <a:r>
              <a:rPr lang="nl-NL" dirty="0"/>
              <a:t> </a:t>
            </a:r>
          </a:p>
          <a:p>
            <a:pPr marL="0" lvl="0" indent="0" algn="l" rtl="0">
              <a:lnSpc>
                <a:spcPct val="100000"/>
              </a:lnSpc>
              <a:spcBef>
                <a:spcPts val="0"/>
              </a:spcBef>
              <a:spcAft>
                <a:spcPts val="0"/>
              </a:spcAft>
              <a:buSzPts val="1400"/>
              <a:buNone/>
            </a:pPr>
            <a:endParaRPr dirty="0"/>
          </a:p>
        </p:txBody>
      </p:sp>
    </p:spTree>
    <p:extLst>
      <p:ext uri="{BB962C8B-B14F-4D97-AF65-F5344CB8AC3E}">
        <p14:creationId xmlns:p14="http://schemas.microsoft.com/office/powerpoint/2010/main" val="780054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8BF909F5-B407-8905-BB69-C80B9A7D55B3}"/>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61842F1D-CB43-E05C-F87F-CD2B35219E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BF3AD0FF-B8B2-240F-203F-46AB0CBC7C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nl-NL" dirty="0"/>
              <a:t>HTTP  - Hyper </a:t>
            </a:r>
            <a:r>
              <a:rPr lang="nl-NL" dirty="0" err="1"/>
              <a:t>text</a:t>
            </a:r>
            <a:r>
              <a:rPr lang="nl-NL" dirty="0"/>
              <a:t> transfer protocol </a:t>
            </a:r>
          </a:p>
          <a:p>
            <a:pPr marL="0" lvl="0" indent="0" algn="l" rtl="0">
              <a:lnSpc>
                <a:spcPct val="100000"/>
              </a:lnSpc>
              <a:spcBef>
                <a:spcPts val="0"/>
              </a:spcBef>
              <a:spcAft>
                <a:spcPts val="0"/>
              </a:spcAft>
              <a:buSzPts val="1400"/>
              <a:buNone/>
            </a:pPr>
            <a:r>
              <a:rPr lang="nl-NL" dirty="0"/>
              <a:t>JSON – Java Script Object </a:t>
            </a:r>
            <a:r>
              <a:rPr lang="nl-NL" dirty="0" err="1"/>
              <a:t>notation</a:t>
            </a:r>
            <a:r>
              <a:rPr lang="nl-NL" dirty="0"/>
              <a:t> </a:t>
            </a:r>
            <a:endParaRPr dirty="0"/>
          </a:p>
        </p:txBody>
      </p:sp>
    </p:spTree>
    <p:extLst>
      <p:ext uri="{BB962C8B-B14F-4D97-AF65-F5344CB8AC3E}">
        <p14:creationId xmlns:p14="http://schemas.microsoft.com/office/powerpoint/2010/main" val="1188188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AB2ACF9C-80F4-EFE8-87B0-8F9FAD4A8FBA}"/>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299F85F9-89B3-ACC0-2E31-0A2909BD2E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E425A3E5-31FC-3B04-02C0-D5673BBE98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nl-NL" dirty="0"/>
              <a:t>HTTP  - Hyper </a:t>
            </a:r>
            <a:r>
              <a:rPr lang="nl-NL" dirty="0" err="1"/>
              <a:t>text</a:t>
            </a:r>
            <a:r>
              <a:rPr lang="nl-NL" dirty="0"/>
              <a:t> transfer protocol </a:t>
            </a:r>
          </a:p>
          <a:p>
            <a:pPr marL="0" lvl="0" indent="0" algn="l" rtl="0">
              <a:lnSpc>
                <a:spcPct val="100000"/>
              </a:lnSpc>
              <a:spcBef>
                <a:spcPts val="0"/>
              </a:spcBef>
              <a:spcAft>
                <a:spcPts val="0"/>
              </a:spcAft>
              <a:buSzPts val="1400"/>
              <a:buNone/>
            </a:pPr>
            <a:r>
              <a:rPr lang="nl-NL" dirty="0"/>
              <a:t>JSON – Java Script Object </a:t>
            </a:r>
            <a:r>
              <a:rPr lang="nl-NL" dirty="0" err="1"/>
              <a:t>notation</a:t>
            </a:r>
            <a:r>
              <a:rPr lang="nl-NL" dirty="0"/>
              <a:t> </a:t>
            </a:r>
            <a:endParaRPr dirty="0"/>
          </a:p>
        </p:txBody>
      </p:sp>
    </p:spTree>
    <p:extLst>
      <p:ext uri="{BB962C8B-B14F-4D97-AF65-F5344CB8AC3E}">
        <p14:creationId xmlns:p14="http://schemas.microsoft.com/office/powerpoint/2010/main" val="3749147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D4B25D26-69F3-5030-E349-F7047F080D95}"/>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8724D713-1A94-A81F-40B0-C8EABAEA9C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00380775-181B-0C63-69C8-4A7CA7B9B0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nl-NL" dirty="0"/>
              <a:t>HTTP  - Hyper </a:t>
            </a:r>
            <a:r>
              <a:rPr lang="nl-NL" dirty="0" err="1"/>
              <a:t>text</a:t>
            </a:r>
            <a:r>
              <a:rPr lang="nl-NL" dirty="0"/>
              <a:t> transfer protocol </a:t>
            </a:r>
          </a:p>
          <a:p>
            <a:pPr marL="0" lvl="0" indent="0" algn="l" rtl="0">
              <a:lnSpc>
                <a:spcPct val="100000"/>
              </a:lnSpc>
              <a:spcBef>
                <a:spcPts val="0"/>
              </a:spcBef>
              <a:spcAft>
                <a:spcPts val="0"/>
              </a:spcAft>
              <a:buSzPts val="1400"/>
              <a:buNone/>
            </a:pPr>
            <a:r>
              <a:rPr lang="nl-NL" dirty="0"/>
              <a:t>JSON – Java Script Object </a:t>
            </a:r>
            <a:r>
              <a:rPr lang="nl-NL" dirty="0" err="1"/>
              <a:t>notation</a:t>
            </a:r>
            <a:r>
              <a:rPr lang="nl-NL" dirty="0"/>
              <a:t> </a:t>
            </a:r>
            <a:endParaRPr dirty="0"/>
          </a:p>
        </p:txBody>
      </p:sp>
    </p:spTree>
    <p:extLst>
      <p:ext uri="{BB962C8B-B14F-4D97-AF65-F5344CB8AC3E}">
        <p14:creationId xmlns:p14="http://schemas.microsoft.com/office/powerpoint/2010/main" val="2403912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6FECABF0-D9BF-05DA-9FE4-11FD69DE7D6A}"/>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DF3216BE-5457-F542-0489-E14A9D3320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364E7E4D-FC4B-D09E-DA04-31DC67FC91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nl-NL" dirty="0"/>
              <a:t>HTTP  - Hyper </a:t>
            </a:r>
            <a:r>
              <a:rPr lang="nl-NL" dirty="0" err="1"/>
              <a:t>text</a:t>
            </a:r>
            <a:r>
              <a:rPr lang="nl-NL" dirty="0"/>
              <a:t> transfer protocol </a:t>
            </a:r>
          </a:p>
          <a:p>
            <a:pPr marL="0" lvl="0" indent="0" algn="l" rtl="0">
              <a:lnSpc>
                <a:spcPct val="100000"/>
              </a:lnSpc>
              <a:spcBef>
                <a:spcPts val="0"/>
              </a:spcBef>
              <a:spcAft>
                <a:spcPts val="0"/>
              </a:spcAft>
              <a:buSzPts val="1400"/>
              <a:buNone/>
            </a:pPr>
            <a:r>
              <a:rPr lang="nl-NL" dirty="0"/>
              <a:t>JSON – Java Script Object </a:t>
            </a:r>
            <a:r>
              <a:rPr lang="nl-NL" dirty="0" err="1"/>
              <a:t>notation</a:t>
            </a:r>
            <a:r>
              <a:rPr lang="nl-NL" dirty="0"/>
              <a:t> </a:t>
            </a:r>
            <a:endParaRPr dirty="0"/>
          </a:p>
        </p:txBody>
      </p:sp>
    </p:spTree>
    <p:extLst>
      <p:ext uri="{BB962C8B-B14F-4D97-AF65-F5344CB8AC3E}">
        <p14:creationId xmlns:p14="http://schemas.microsoft.com/office/powerpoint/2010/main" val="1157762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BAA5D870-F3E2-8538-3659-59EA73904715}"/>
            </a:ext>
          </a:extLst>
        </p:cNvPr>
        <p:cNvGrpSpPr/>
        <p:nvPr/>
      </p:nvGrpSpPr>
      <p:grpSpPr>
        <a:xfrm>
          <a:off x="0" y="0"/>
          <a:ext cx="0" cy="0"/>
          <a:chOff x="0" y="0"/>
          <a:chExt cx="0" cy="0"/>
        </a:xfrm>
      </p:grpSpPr>
      <p:sp>
        <p:nvSpPr>
          <p:cNvPr id="155" name="Google Shape;155;g347b42620c0_0_281:notes">
            <a:extLst>
              <a:ext uri="{FF2B5EF4-FFF2-40B4-BE49-F238E27FC236}">
                <a16:creationId xmlns:a16="http://schemas.microsoft.com/office/drawing/2014/main" id="{892DB036-F3B0-96F6-F454-F61CE124C6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47b42620c0_0_281:notes">
            <a:extLst>
              <a:ext uri="{FF2B5EF4-FFF2-40B4-BE49-F238E27FC236}">
                <a16:creationId xmlns:a16="http://schemas.microsoft.com/office/drawing/2014/main" id="{C0A96D0D-7866-6704-F10A-EC3ED94C76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nl-NL" dirty="0"/>
              <a:t>HTTP  - Hyper </a:t>
            </a:r>
            <a:r>
              <a:rPr lang="nl-NL" dirty="0" err="1"/>
              <a:t>text</a:t>
            </a:r>
            <a:r>
              <a:rPr lang="nl-NL" dirty="0"/>
              <a:t> transfer protocol </a:t>
            </a:r>
          </a:p>
          <a:p>
            <a:pPr marL="0" lvl="0" indent="0" algn="l" rtl="0">
              <a:lnSpc>
                <a:spcPct val="100000"/>
              </a:lnSpc>
              <a:spcBef>
                <a:spcPts val="0"/>
              </a:spcBef>
              <a:spcAft>
                <a:spcPts val="0"/>
              </a:spcAft>
              <a:buSzPts val="1400"/>
              <a:buNone/>
            </a:pPr>
            <a:r>
              <a:rPr lang="nl-NL" dirty="0"/>
              <a:t>JSON – Java Script Object </a:t>
            </a:r>
            <a:r>
              <a:rPr lang="nl-NL" dirty="0" err="1"/>
              <a:t>notation</a:t>
            </a:r>
            <a:r>
              <a:rPr lang="nl-NL" dirty="0"/>
              <a:t> </a:t>
            </a:r>
            <a:endParaRPr dirty="0"/>
          </a:p>
        </p:txBody>
      </p:sp>
    </p:spTree>
    <p:extLst>
      <p:ext uri="{BB962C8B-B14F-4D97-AF65-F5344CB8AC3E}">
        <p14:creationId xmlns:p14="http://schemas.microsoft.com/office/powerpoint/2010/main" val="1351309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2" name="Google Shape;120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p:cNvGrpSpPr/>
        <p:nvPr/>
      </p:nvGrpSpPr>
      <p:grpSpPr>
        <a:xfrm>
          <a:off x="0" y="0"/>
          <a:ext cx="0" cy="0"/>
          <a:chOff x="0" y="0"/>
          <a:chExt cx="0" cy="0"/>
        </a:xfrm>
      </p:grpSpPr>
      <p:sp>
        <p:nvSpPr>
          <p:cNvPr id="1218" name="Google Shape;121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9" name="Google Shape;121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1" name="Google Shape;130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6" name="Google Shape;137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ata 01">
  <p:cSld name="Data 01">
    <p:bg>
      <p:bgPr>
        <a:blipFill>
          <a:blip r:embed="rId2">
            <a:alphaModFix/>
          </a:blip>
          <a:stretch>
            <a:fillRect/>
          </a:stretch>
        </a:blipFill>
        <a:effectLst/>
      </p:bgPr>
    </p:bg>
    <p:spTree>
      <p:nvGrpSpPr>
        <p:cNvPr id="1" name="Shape 571"/>
        <p:cNvGrpSpPr/>
        <p:nvPr/>
      </p:nvGrpSpPr>
      <p:grpSpPr>
        <a:xfrm>
          <a:off x="0" y="0"/>
          <a:ext cx="0" cy="0"/>
          <a:chOff x="0" y="0"/>
          <a:chExt cx="0" cy="0"/>
        </a:xfrm>
      </p:grpSpPr>
      <p:sp>
        <p:nvSpPr>
          <p:cNvPr id="572" name="Google Shape;572;p121"/>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3" name="Google Shape;573;p121"/>
          <p:cNvSpPr txBox="1">
            <a:spLocks noGrp="1"/>
          </p:cNvSpPr>
          <p:nvPr>
            <p:ph type="body" idx="1"/>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300"/>
              <a:buFont typeface="Arial"/>
              <a:buNone/>
              <a:defRPr sz="1300" b="0" i="0" u="none" strike="noStrike" cap="none">
                <a:solidFill>
                  <a:schemeClr val="lt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74" name="Google Shape;574;p121"/>
          <p:cNvSpPr txBox="1">
            <a:spLocks noGrp="1"/>
          </p:cNvSpPr>
          <p:nvPr>
            <p:ph type="body" idx="2"/>
          </p:nvPr>
        </p:nvSpPr>
        <p:spPr>
          <a:xfrm>
            <a:off x="1494373" y="5128324"/>
            <a:ext cx="1974233" cy="80370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75" name="Google Shape;575;p121"/>
          <p:cNvSpPr/>
          <p:nvPr/>
        </p:nvSpPr>
        <p:spPr>
          <a:xfrm>
            <a:off x="2249997" y="4849273"/>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6" name="Google Shape;576;p121"/>
          <p:cNvSpPr txBox="1">
            <a:spLocks noGrp="1"/>
          </p:cNvSpPr>
          <p:nvPr>
            <p:ph type="body" idx="3"/>
          </p:nvPr>
        </p:nvSpPr>
        <p:spPr>
          <a:xfrm>
            <a:off x="2249997" y="4779000"/>
            <a:ext cx="555625"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77" name="Google Shape;577;p121"/>
          <p:cNvSpPr/>
          <p:nvPr/>
        </p:nvSpPr>
        <p:spPr>
          <a:xfrm>
            <a:off x="1185621" y="3315129"/>
            <a:ext cx="1295867" cy="1295867"/>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8" name="Google Shape;578;p121"/>
          <p:cNvSpPr/>
          <p:nvPr/>
        </p:nvSpPr>
        <p:spPr>
          <a:xfrm>
            <a:off x="2481488" y="3315129"/>
            <a:ext cx="1295867" cy="1295867"/>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9" name="Google Shape;579;p121"/>
          <p:cNvSpPr/>
          <p:nvPr/>
        </p:nvSpPr>
        <p:spPr>
          <a:xfrm>
            <a:off x="1185621" y="2019262"/>
            <a:ext cx="1295867" cy="1295867"/>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0" name="Google Shape;580;p121"/>
          <p:cNvSpPr/>
          <p:nvPr/>
        </p:nvSpPr>
        <p:spPr>
          <a:xfrm>
            <a:off x="2481488" y="2019262"/>
            <a:ext cx="1295867" cy="1295867"/>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1" name="Google Shape;581;p121"/>
          <p:cNvSpPr/>
          <p:nvPr/>
        </p:nvSpPr>
        <p:spPr>
          <a:xfrm>
            <a:off x="2249997" y="3283137"/>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2" name="Google Shape;582;p121"/>
          <p:cNvSpPr txBox="1">
            <a:spLocks noGrp="1"/>
          </p:cNvSpPr>
          <p:nvPr>
            <p:ph type="body" idx="4"/>
          </p:nvPr>
        </p:nvSpPr>
        <p:spPr>
          <a:xfrm>
            <a:off x="2249997" y="3212864"/>
            <a:ext cx="653223"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83" name="Google Shape;583;p121"/>
          <p:cNvSpPr txBox="1">
            <a:spLocks noGrp="1"/>
          </p:cNvSpPr>
          <p:nvPr>
            <p:ph type="body" idx="5"/>
          </p:nvPr>
        </p:nvSpPr>
        <p:spPr>
          <a:xfrm>
            <a:off x="1185621" y="2536591"/>
            <a:ext cx="1295867" cy="26121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84" name="Google Shape;584;p121"/>
          <p:cNvSpPr txBox="1">
            <a:spLocks noGrp="1"/>
          </p:cNvSpPr>
          <p:nvPr>
            <p:ph type="body" idx="6"/>
          </p:nvPr>
        </p:nvSpPr>
        <p:spPr>
          <a:xfrm>
            <a:off x="2481486" y="2525125"/>
            <a:ext cx="1295867" cy="26121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85" name="Google Shape;585;p121"/>
          <p:cNvSpPr txBox="1">
            <a:spLocks noGrp="1"/>
          </p:cNvSpPr>
          <p:nvPr>
            <p:ph type="body" idx="7"/>
          </p:nvPr>
        </p:nvSpPr>
        <p:spPr>
          <a:xfrm>
            <a:off x="1185619" y="3837279"/>
            <a:ext cx="1295867" cy="26121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86" name="Google Shape;586;p121"/>
          <p:cNvSpPr txBox="1">
            <a:spLocks noGrp="1"/>
          </p:cNvSpPr>
          <p:nvPr>
            <p:ph type="body" idx="8"/>
          </p:nvPr>
        </p:nvSpPr>
        <p:spPr>
          <a:xfrm>
            <a:off x="2481486" y="3832458"/>
            <a:ext cx="1295867" cy="26121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87" name="Google Shape;587;p121"/>
          <p:cNvSpPr txBox="1">
            <a:spLocks noGrp="1"/>
          </p:cNvSpPr>
          <p:nvPr>
            <p:ph type="body" idx="9"/>
          </p:nvPr>
        </p:nvSpPr>
        <p:spPr>
          <a:xfrm>
            <a:off x="8723396" y="5128324"/>
            <a:ext cx="1974233" cy="80370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88" name="Google Shape;588;p121"/>
          <p:cNvSpPr/>
          <p:nvPr/>
        </p:nvSpPr>
        <p:spPr>
          <a:xfrm>
            <a:off x="9479020" y="4849273"/>
            <a:ext cx="45719" cy="4571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89" name="Google Shape;589;p121"/>
          <p:cNvSpPr txBox="1">
            <a:spLocks noGrp="1"/>
          </p:cNvSpPr>
          <p:nvPr>
            <p:ph type="body" idx="13"/>
          </p:nvPr>
        </p:nvSpPr>
        <p:spPr>
          <a:xfrm>
            <a:off x="9479020" y="4779000"/>
            <a:ext cx="555625" cy="1862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lt1"/>
              </a:buClr>
              <a:buSzPts val="750"/>
              <a:buFont typeface="Arial"/>
              <a:buNone/>
              <a:defRPr sz="750" b="0" i="0" u="none" strike="noStrike" cap="none">
                <a:solidFill>
                  <a:schemeClr val="lt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590" name="Google Shape;590;p121" descr="Ein Bild, das Kreis, Symmetrie, Reihe, Design enthält.&#10;&#10;KI-generierte Inhalte können fehlerhaft sein."/>
          <p:cNvPicPr preferRelativeResize="0"/>
          <p:nvPr/>
        </p:nvPicPr>
        <p:blipFill rotWithShape="1">
          <a:blip r:embed="rId3">
            <a:alphaModFix/>
          </a:blip>
          <a:srcRect/>
          <a:stretch/>
        </p:blipFill>
        <p:spPr>
          <a:xfrm>
            <a:off x="8830179" y="2651257"/>
            <a:ext cx="1760666" cy="1781794"/>
          </a:xfrm>
          <a:prstGeom prst="rect">
            <a:avLst/>
          </a:prstGeom>
          <a:noFill/>
          <a:ln>
            <a:noFill/>
          </a:ln>
        </p:spPr>
      </p:pic>
      <p:sp>
        <p:nvSpPr>
          <p:cNvPr id="591" name="Google Shape;591;p121"/>
          <p:cNvSpPr txBox="1">
            <a:spLocks noGrp="1"/>
          </p:cNvSpPr>
          <p:nvPr>
            <p:ph type="body" idx="14"/>
          </p:nvPr>
        </p:nvSpPr>
        <p:spPr>
          <a:xfrm>
            <a:off x="5139796" y="3691815"/>
            <a:ext cx="2394514" cy="80370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0"/>
              </a:spcBef>
              <a:spcAft>
                <a:spcPts val="0"/>
              </a:spcAft>
              <a:buClr>
                <a:schemeClr val="lt1"/>
              </a:buClr>
              <a:buSzPts val="1500"/>
              <a:buFont typeface="Arial"/>
              <a:buNone/>
              <a:defRPr sz="15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592" name="Google Shape;592;p121"/>
          <p:cNvCxnSpPr/>
          <p:nvPr/>
        </p:nvCxnSpPr>
        <p:spPr>
          <a:xfrm>
            <a:off x="4572000" y="3429000"/>
            <a:ext cx="3467100" cy="0"/>
          </a:xfrm>
          <a:prstGeom prst="straightConnector1">
            <a:avLst/>
          </a:prstGeom>
          <a:noFill/>
          <a:ln w="12700" cap="flat" cmpd="sng">
            <a:solidFill>
              <a:schemeClr val="lt1"/>
            </a:solidFill>
            <a:prstDash val="solid"/>
            <a:miter lim="800000"/>
            <a:headEnd type="none" w="sm" len="sm"/>
            <a:tailEnd type="stealth" w="med" len="med"/>
          </a:ln>
        </p:spPr>
      </p:cxnSp>
      <p:pic>
        <p:nvPicPr>
          <p:cNvPr id="593" name="Google Shape;593;p121" descr="Ein Bild, das Text, Schrift, Grafiken, Grafikdesign enthält.&#10;&#10;KI-generierte Inhalte können fehlerhaft sein."/>
          <p:cNvPicPr preferRelativeResize="0"/>
          <p:nvPr/>
        </p:nvPicPr>
        <p:blipFill rotWithShape="1">
          <a:blip r:embed="rId4">
            <a:alphaModFix/>
          </a:blip>
          <a:srcRect l="33256" r="42578" b="58117"/>
          <a:stretch/>
        </p:blipFill>
        <p:spPr>
          <a:xfrm>
            <a:off x="5960815" y="2819846"/>
            <a:ext cx="752475" cy="346340"/>
          </a:xfrm>
          <a:prstGeom prst="rect">
            <a:avLst/>
          </a:prstGeom>
          <a:noFill/>
          <a:ln>
            <a:noFill/>
          </a:ln>
        </p:spPr>
      </p:pic>
      <p:sp>
        <p:nvSpPr>
          <p:cNvPr id="594" name="Google Shape;594;p121"/>
          <p:cNvSpPr txBox="1">
            <a:spLocks noGrp="1"/>
          </p:cNvSpPr>
          <p:nvPr>
            <p:ph type="body" idx="15"/>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95" name="Google Shape;595;p121"/>
          <p:cNvSpPr txBox="1">
            <a:spLocks noGrp="1"/>
          </p:cNvSpPr>
          <p:nvPr>
            <p:ph type="body" idx="16"/>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ta 02">
  <p:cSld name="Data 02">
    <p:bg>
      <p:bgPr>
        <a:solidFill>
          <a:schemeClr val="lt1"/>
        </a:solidFill>
        <a:effectLst/>
      </p:bgPr>
    </p:bg>
    <p:spTree>
      <p:nvGrpSpPr>
        <p:cNvPr id="1" name="Shape 596"/>
        <p:cNvGrpSpPr/>
        <p:nvPr/>
      </p:nvGrpSpPr>
      <p:grpSpPr>
        <a:xfrm>
          <a:off x="0" y="0"/>
          <a:ext cx="0" cy="0"/>
          <a:chOff x="0" y="0"/>
          <a:chExt cx="0" cy="0"/>
        </a:xfrm>
      </p:grpSpPr>
      <p:sp>
        <p:nvSpPr>
          <p:cNvPr id="597" name="Google Shape;597;p122"/>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98" name="Google Shape;598;p122"/>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99" name="Google Shape;599;p122"/>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0" name="Google Shape;600;p122"/>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300"/>
              <a:buFont typeface="Arial"/>
              <a:buNone/>
              <a:defRPr sz="1300" b="0" i="0" u="none" strike="noStrike" cap="none">
                <a:solidFill>
                  <a:schemeClr val="dk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01" name="Google Shape;601;p122"/>
          <p:cNvSpPr txBox="1">
            <a:spLocks noGrp="1"/>
          </p:cNvSpPr>
          <p:nvPr>
            <p:ph type="body" idx="4"/>
          </p:nvPr>
        </p:nvSpPr>
        <p:spPr>
          <a:xfrm>
            <a:off x="163758" y="507041"/>
            <a:ext cx="7467561" cy="11664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ata 05">
  <p:cSld name="Data 05">
    <p:bg>
      <p:bgPr>
        <a:solidFill>
          <a:schemeClr val="dk1"/>
        </a:solidFill>
        <a:effectLst/>
      </p:bgPr>
    </p:bg>
    <p:spTree>
      <p:nvGrpSpPr>
        <p:cNvPr id="1" name="Shape 634"/>
        <p:cNvGrpSpPr/>
        <p:nvPr/>
      </p:nvGrpSpPr>
      <p:grpSpPr>
        <a:xfrm>
          <a:off x="0" y="0"/>
          <a:ext cx="0" cy="0"/>
          <a:chOff x="0" y="0"/>
          <a:chExt cx="0" cy="0"/>
        </a:xfrm>
      </p:grpSpPr>
      <p:sp>
        <p:nvSpPr>
          <p:cNvPr id="635" name="Google Shape;635;p125"/>
          <p:cNvSpPr/>
          <p:nvPr/>
        </p:nvSpPr>
        <p:spPr>
          <a:xfrm>
            <a:off x="249799" y="285269"/>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6" name="Google Shape;636;p125"/>
          <p:cNvSpPr txBox="1">
            <a:spLocks noGrp="1"/>
          </p:cNvSpPr>
          <p:nvPr>
            <p:ph type="body" idx="1"/>
          </p:nvPr>
        </p:nvSpPr>
        <p:spPr>
          <a:xfrm>
            <a:off x="290255" y="201884"/>
            <a:ext cx="2408237" cy="2476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1300"/>
              <a:buFont typeface="Arial"/>
              <a:buNone/>
              <a:defRPr sz="1300" b="0" i="0" u="none" strike="noStrike" cap="none">
                <a:solidFill>
                  <a:schemeClr val="lt1"/>
                </a:solidFill>
                <a:latin typeface="Space Grotesk"/>
                <a:ea typeface="Space Grotesk"/>
                <a:cs typeface="Space Grotesk"/>
                <a:sym typeface="Space Grotesk"/>
              </a:defRPr>
            </a:lvl1pPr>
            <a:lvl2pPr marL="914400" marR="0" lvl="1"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2pPr>
            <a:lvl3pPr marL="1371600" marR="0" lvl="2"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3pPr>
            <a:lvl4pPr marL="1828800" marR="0" lvl="3"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4pPr>
            <a:lvl5pPr marL="2286000" marR="0" lvl="4" indent="-311150" algn="l" rtl="0">
              <a:lnSpc>
                <a:spcPct val="90000"/>
              </a:lnSpc>
              <a:spcBef>
                <a:spcPts val="500"/>
              </a:spcBef>
              <a:spcAft>
                <a:spcPts val="0"/>
              </a:spcAft>
              <a:buClr>
                <a:schemeClr val="dk1"/>
              </a:buClr>
              <a:buSzPts val="1300"/>
              <a:buFont typeface="Arial"/>
              <a:buChar char="•"/>
              <a:defRPr sz="1300" b="0" i="0" u="none" strike="noStrike" cap="none">
                <a:solidFill>
                  <a:schemeClr val="dk1"/>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37" name="Google Shape;637;p125"/>
          <p:cNvSpPr/>
          <p:nvPr/>
        </p:nvSpPr>
        <p:spPr>
          <a:xfrm>
            <a:off x="1065139" y="3388544"/>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8" name="Google Shape;638;p125"/>
          <p:cNvSpPr/>
          <p:nvPr/>
        </p:nvSpPr>
        <p:spPr>
          <a:xfrm>
            <a:off x="1023864" y="3350444"/>
            <a:ext cx="160411" cy="160411"/>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9" name="Google Shape;639;p125"/>
          <p:cNvSpPr/>
          <p:nvPr/>
        </p:nvSpPr>
        <p:spPr>
          <a:xfrm>
            <a:off x="4726744" y="3388544"/>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0" name="Google Shape;640;p125"/>
          <p:cNvSpPr/>
          <p:nvPr/>
        </p:nvSpPr>
        <p:spPr>
          <a:xfrm>
            <a:off x="4685469" y="3350444"/>
            <a:ext cx="160411" cy="160411"/>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1" name="Google Shape;641;p125"/>
          <p:cNvSpPr/>
          <p:nvPr/>
        </p:nvSpPr>
        <p:spPr>
          <a:xfrm>
            <a:off x="8388349" y="3388544"/>
            <a:ext cx="80912" cy="8091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2" name="Google Shape;642;p125"/>
          <p:cNvSpPr/>
          <p:nvPr/>
        </p:nvSpPr>
        <p:spPr>
          <a:xfrm>
            <a:off x="8347074" y="3350444"/>
            <a:ext cx="160411" cy="160411"/>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643" name="Google Shape;643;p125"/>
          <p:cNvCxnSpPr>
            <a:stCxn id="638" idx="2"/>
          </p:cNvCxnSpPr>
          <p:nvPr/>
        </p:nvCxnSpPr>
        <p:spPr>
          <a:xfrm rot="10800000">
            <a:off x="249864" y="3429150"/>
            <a:ext cx="774000" cy="1500"/>
          </a:xfrm>
          <a:prstGeom prst="straightConnector1">
            <a:avLst/>
          </a:prstGeom>
          <a:noFill/>
          <a:ln w="9525" cap="flat" cmpd="sng">
            <a:solidFill>
              <a:schemeClr val="lt1"/>
            </a:solidFill>
            <a:prstDash val="solid"/>
            <a:miter lim="800000"/>
            <a:headEnd type="none" w="sm" len="sm"/>
            <a:tailEnd type="none" w="sm" len="sm"/>
          </a:ln>
        </p:spPr>
      </p:cxnSp>
      <p:cxnSp>
        <p:nvCxnSpPr>
          <p:cNvPr id="644" name="Google Shape;644;p125"/>
          <p:cNvCxnSpPr>
            <a:stCxn id="640" idx="2"/>
          </p:cNvCxnSpPr>
          <p:nvPr/>
        </p:nvCxnSpPr>
        <p:spPr>
          <a:xfrm rot="10800000">
            <a:off x="1184169" y="3429150"/>
            <a:ext cx="3501300" cy="1500"/>
          </a:xfrm>
          <a:prstGeom prst="straightConnector1">
            <a:avLst/>
          </a:prstGeom>
          <a:noFill/>
          <a:ln w="9525" cap="flat" cmpd="sng">
            <a:solidFill>
              <a:schemeClr val="lt1"/>
            </a:solidFill>
            <a:prstDash val="solid"/>
            <a:miter lim="800000"/>
            <a:headEnd type="none" w="sm" len="sm"/>
            <a:tailEnd type="none" w="sm" len="sm"/>
          </a:ln>
        </p:spPr>
      </p:cxnSp>
      <p:cxnSp>
        <p:nvCxnSpPr>
          <p:cNvPr id="645" name="Google Shape;645;p125"/>
          <p:cNvCxnSpPr/>
          <p:nvPr/>
        </p:nvCxnSpPr>
        <p:spPr>
          <a:xfrm rot="10800000">
            <a:off x="4845880" y="3429000"/>
            <a:ext cx="3501194" cy="1650"/>
          </a:xfrm>
          <a:prstGeom prst="straightConnector1">
            <a:avLst/>
          </a:prstGeom>
          <a:noFill/>
          <a:ln w="9525" cap="flat" cmpd="sng">
            <a:solidFill>
              <a:schemeClr val="lt1"/>
            </a:solidFill>
            <a:prstDash val="solid"/>
            <a:miter lim="800000"/>
            <a:headEnd type="none" w="sm" len="sm"/>
            <a:tailEnd type="none" w="sm" len="sm"/>
          </a:ln>
        </p:spPr>
      </p:cxnSp>
      <p:cxnSp>
        <p:nvCxnSpPr>
          <p:cNvPr id="646" name="Google Shape;646;p125"/>
          <p:cNvCxnSpPr/>
          <p:nvPr/>
        </p:nvCxnSpPr>
        <p:spPr>
          <a:xfrm rot="10800000">
            <a:off x="8507485" y="3429000"/>
            <a:ext cx="3434716" cy="0"/>
          </a:xfrm>
          <a:prstGeom prst="straightConnector1">
            <a:avLst/>
          </a:prstGeom>
          <a:noFill/>
          <a:ln w="9525" cap="flat" cmpd="sng">
            <a:solidFill>
              <a:schemeClr val="lt1"/>
            </a:solidFill>
            <a:prstDash val="solid"/>
            <a:miter lim="800000"/>
            <a:headEnd type="none" w="sm" len="sm"/>
            <a:tailEnd type="none" w="sm" len="sm"/>
          </a:ln>
        </p:spPr>
      </p:cxnSp>
      <p:sp>
        <p:nvSpPr>
          <p:cNvPr id="647" name="Google Shape;647;p125"/>
          <p:cNvSpPr txBox="1">
            <a:spLocks noGrp="1"/>
          </p:cNvSpPr>
          <p:nvPr>
            <p:ph type="body" idx="2"/>
          </p:nvPr>
        </p:nvSpPr>
        <p:spPr>
          <a:xfrm>
            <a:off x="932425" y="2845869"/>
            <a:ext cx="2715650"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48" name="Google Shape;648;p125"/>
          <p:cNvSpPr txBox="1">
            <a:spLocks noGrp="1"/>
          </p:cNvSpPr>
          <p:nvPr>
            <p:ph type="body" idx="3"/>
          </p:nvPr>
        </p:nvSpPr>
        <p:spPr>
          <a:xfrm>
            <a:off x="4599744" y="2845869"/>
            <a:ext cx="2715650"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49" name="Google Shape;649;p125"/>
          <p:cNvSpPr txBox="1">
            <a:spLocks noGrp="1"/>
          </p:cNvSpPr>
          <p:nvPr>
            <p:ph type="body" idx="4"/>
          </p:nvPr>
        </p:nvSpPr>
        <p:spPr>
          <a:xfrm>
            <a:off x="8267063" y="2845869"/>
            <a:ext cx="2715650" cy="4371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0" name="Google Shape;650;p125"/>
          <p:cNvSpPr txBox="1">
            <a:spLocks noGrp="1"/>
          </p:cNvSpPr>
          <p:nvPr>
            <p:ph type="body" idx="5"/>
          </p:nvPr>
        </p:nvSpPr>
        <p:spPr>
          <a:xfrm>
            <a:off x="932426" y="3634439"/>
            <a:ext cx="2982350" cy="11185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1" name="Google Shape;651;p125"/>
          <p:cNvSpPr txBox="1">
            <a:spLocks noGrp="1"/>
          </p:cNvSpPr>
          <p:nvPr>
            <p:ph type="body" idx="6"/>
          </p:nvPr>
        </p:nvSpPr>
        <p:spPr>
          <a:xfrm>
            <a:off x="4599744" y="3634439"/>
            <a:ext cx="2982350" cy="11185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2" name="Google Shape;652;p125"/>
          <p:cNvSpPr txBox="1">
            <a:spLocks noGrp="1"/>
          </p:cNvSpPr>
          <p:nvPr>
            <p:ph type="body" idx="7"/>
          </p:nvPr>
        </p:nvSpPr>
        <p:spPr>
          <a:xfrm>
            <a:off x="8267062" y="3634439"/>
            <a:ext cx="2982350" cy="11185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181"/>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3" name="Google Shape;653;p125"/>
          <p:cNvSpPr txBox="1">
            <a:spLocks noGrp="1"/>
          </p:cNvSpPr>
          <p:nvPr>
            <p:ph type="body" idx="8"/>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4" name="Google Shape;654;p125"/>
          <p:cNvSpPr txBox="1">
            <a:spLocks noGrp="1"/>
          </p:cNvSpPr>
          <p:nvPr>
            <p:ph type="body" idx="9"/>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4"/>
              </a:buClr>
              <a:buSzPts val="750"/>
              <a:buFont typeface="Arial"/>
              <a:buNone/>
              <a:defRPr sz="750" b="0" i="0" u="none" strike="noStrike" cap="none">
                <a:solidFill>
                  <a:schemeClr val="accent4"/>
                </a:solidFill>
                <a:latin typeface="Space Grotesk"/>
                <a:ea typeface="Space Grotesk"/>
                <a:cs typeface="Space Grotesk"/>
                <a:sym typeface="Space Grotesk"/>
              </a:defRPr>
            </a:lvl1pPr>
            <a:lvl2pPr marL="914400" marR="0" lvl="1"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2pPr>
            <a:lvl3pPr marL="1371600" marR="0" lvl="2"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3pPr>
            <a:lvl4pPr marL="1828800" marR="0" lvl="3"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4pPr>
            <a:lvl5pPr marL="2286000" marR="0" lvl="4" indent="-228600" algn="l" rtl="0">
              <a:lnSpc>
                <a:spcPct val="90000"/>
              </a:lnSpc>
              <a:spcBef>
                <a:spcPts val="500"/>
              </a:spcBef>
              <a:spcAft>
                <a:spcPts val="0"/>
              </a:spcAft>
              <a:buClr>
                <a:schemeClr val="accent4"/>
              </a:buClr>
              <a:buSzPts val="800"/>
              <a:buFont typeface="Arial"/>
              <a:buNone/>
              <a:defRPr sz="800" b="0" i="0" u="none" strike="noStrike" cap="none">
                <a:solidFill>
                  <a:schemeClr val="accent4"/>
                </a:solidFill>
                <a:latin typeface="Space Grotesk"/>
                <a:ea typeface="Space Grotesk"/>
                <a:cs typeface="Space Grotesk"/>
                <a:sym typeface="Space Grotesk"/>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End 04">
  <p:cSld name="1_End 04">
    <p:bg>
      <p:bgPr>
        <a:blipFill>
          <a:blip r:embed="rId2">
            <a:alphaModFix/>
          </a:blip>
          <a:stretch>
            <a:fillRect/>
          </a:stretch>
        </a:blipFill>
        <a:effectLst/>
      </p:bgPr>
    </p:bg>
    <p:spTree>
      <p:nvGrpSpPr>
        <p:cNvPr id="1" name="Shape 724"/>
        <p:cNvGrpSpPr/>
        <p:nvPr/>
      </p:nvGrpSpPr>
      <p:grpSpPr>
        <a:xfrm>
          <a:off x="0" y="0"/>
          <a:ext cx="0" cy="0"/>
          <a:chOff x="0" y="0"/>
          <a:chExt cx="0" cy="0"/>
        </a:xfrm>
      </p:grpSpPr>
      <p:sp>
        <p:nvSpPr>
          <p:cNvPr id="725" name="Google Shape;725;p135"/>
          <p:cNvSpPr txBox="1">
            <a:spLocks noGrp="1"/>
          </p:cNvSpPr>
          <p:nvPr>
            <p:ph type="body" idx="1"/>
          </p:nvPr>
        </p:nvSpPr>
        <p:spPr>
          <a:xfrm>
            <a:off x="152400" y="2535723"/>
            <a:ext cx="6454912" cy="190085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90000"/>
              </a:lnSpc>
              <a:spcBef>
                <a:spcPts val="1000"/>
              </a:spcBef>
              <a:spcAft>
                <a:spcPts val="0"/>
              </a:spcAft>
              <a:buClr>
                <a:schemeClr val="lt1"/>
              </a:buClr>
              <a:buSzPts val="6000"/>
              <a:buFont typeface="Arial"/>
              <a:buNone/>
              <a:defRPr sz="6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2pPr>
            <a:lvl3pPr marL="1371600" marR="0" lvl="2"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3pPr>
            <a:lvl4pPr marL="1828800" marR="0" lvl="3"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4pPr>
            <a:lvl5pPr marL="2286000" marR="0" lvl="4" indent="-228600" algn="l" rtl="0">
              <a:lnSpc>
                <a:spcPct val="90000"/>
              </a:lnSpc>
              <a:spcBef>
                <a:spcPts val="50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726" name="Google Shape;726;p135"/>
          <p:cNvPicPr preferRelativeResize="0"/>
          <p:nvPr/>
        </p:nvPicPr>
        <p:blipFill rotWithShape="1">
          <a:blip r:embed="rId3">
            <a:alphaModFix/>
          </a:blip>
          <a:srcRect l="34687" r="-126"/>
          <a:stretch/>
        </p:blipFill>
        <p:spPr>
          <a:xfrm>
            <a:off x="253264" y="5803209"/>
            <a:ext cx="2076781" cy="843722"/>
          </a:xfrm>
          <a:prstGeom prst="rect">
            <a:avLst/>
          </a:prstGeom>
          <a:noFill/>
          <a:ln>
            <a:noFill/>
          </a:ln>
        </p:spPr>
      </p:pic>
      <p:pic>
        <p:nvPicPr>
          <p:cNvPr id="727" name="Google Shape;727;p135"/>
          <p:cNvPicPr preferRelativeResize="0"/>
          <p:nvPr/>
        </p:nvPicPr>
        <p:blipFill rotWithShape="1">
          <a:blip r:embed="rId4">
            <a:alphaModFix/>
          </a:blip>
          <a:srcRect/>
          <a:stretch/>
        </p:blipFill>
        <p:spPr>
          <a:xfrm>
            <a:off x="11189252" y="260626"/>
            <a:ext cx="752060" cy="752060"/>
          </a:xfrm>
          <a:prstGeom prst="rect">
            <a:avLst/>
          </a:prstGeom>
          <a:noFill/>
          <a:ln>
            <a:noFill/>
          </a:ln>
        </p:spPr>
      </p:pic>
      <p:sp>
        <p:nvSpPr>
          <p:cNvPr id="728" name="Google Shape;728;p135"/>
          <p:cNvSpPr txBox="1"/>
          <p:nvPr/>
        </p:nvSpPr>
        <p:spPr>
          <a:xfrm>
            <a:off x="10932796" y="6344117"/>
            <a:ext cx="1173480" cy="327782"/>
          </a:xfrm>
          <a:prstGeom prst="rect">
            <a:avLst/>
          </a:prstGeom>
          <a:noFill/>
          <a:ln>
            <a:noFill/>
          </a:ln>
        </p:spPr>
        <p:txBody>
          <a:bodyPr spcFirstLastPara="1" wrap="square" lIns="91425" tIns="45700" rIns="91425" bIns="45700" anchor="t" anchorCtr="0">
            <a:spAutoFit/>
          </a:bodyPr>
          <a:lstStyle/>
          <a:p>
            <a:pPr marL="0" marR="0" lvl="0" indent="0" algn="l" rtl="0">
              <a:lnSpc>
                <a:spcPct val="92783"/>
              </a:lnSpc>
              <a:spcBef>
                <a:spcPts val="0"/>
              </a:spcBef>
              <a:spcAft>
                <a:spcPts val="0"/>
              </a:spcAft>
              <a:buNone/>
            </a:pPr>
            <a:r>
              <a:rPr lang="de-DE" sz="970">
                <a:solidFill>
                  <a:schemeClr val="lt1"/>
                </a:solidFill>
                <a:latin typeface="Space Grotesk"/>
                <a:ea typeface="Space Grotesk"/>
                <a:cs typeface="Space Grotesk"/>
                <a:sym typeface="Space Grotesk"/>
              </a:rPr>
              <a:t>FIND OUT MORE AT DATA.4TU.NL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 1 column" type="tx">
  <p:cSld name="Title + 1 column">
    <p:spTree>
      <p:nvGrpSpPr>
        <p:cNvPr id="1" name="Shape 92"/>
        <p:cNvGrpSpPr/>
        <p:nvPr/>
      </p:nvGrpSpPr>
      <p:grpSpPr>
        <a:xfrm>
          <a:off x="0" y="0"/>
          <a:ext cx="0" cy="0"/>
          <a:chOff x="0" y="0"/>
          <a:chExt cx="0" cy="0"/>
        </a:xfrm>
      </p:grpSpPr>
      <p:sp>
        <p:nvSpPr>
          <p:cNvPr id="93" name="Google Shape;93;p15"/>
          <p:cNvSpPr txBox="1">
            <a:spLocks noGrp="1"/>
          </p:cNvSpPr>
          <p:nvPr>
            <p:ph type="title"/>
          </p:nvPr>
        </p:nvSpPr>
        <p:spPr>
          <a:xfrm>
            <a:off x="659300" y="995600"/>
            <a:ext cx="10904000" cy="434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2300"/>
              <a:buNone/>
              <a:defRPr>
                <a:latin typeface="Arial"/>
                <a:ea typeface="Arial"/>
                <a:cs typeface="Arial"/>
                <a:sym typeface="Arial"/>
              </a:defRPr>
            </a:lvl1pPr>
            <a:lvl2pPr lvl="1" algn="l">
              <a:lnSpc>
                <a:spcPct val="90000"/>
              </a:lnSpc>
              <a:spcBef>
                <a:spcPts val="0"/>
              </a:spcBef>
              <a:spcAft>
                <a:spcPts val="0"/>
              </a:spcAft>
              <a:buSzPts val="2300"/>
              <a:buNone/>
              <a:defRPr/>
            </a:lvl2pPr>
            <a:lvl3pPr lvl="2" algn="l">
              <a:lnSpc>
                <a:spcPct val="90000"/>
              </a:lnSpc>
              <a:spcBef>
                <a:spcPts val="0"/>
              </a:spcBef>
              <a:spcAft>
                <a:spcPts val="0"/>
              </a:spcAft>
              <a:buSzPts val="2300"/>
              <a:buNone/>
              <a:defRPr/>
            </a:lvl3pPr>
            <a:lvl4pPr lvl="3" algn="l">
              <a:lnSpc>
                <a:spcPct val="90000"/>
              </a:lnSpc>
              <a:spcBef>
                <a:spcPts val="0"/>
              </a:spcBef>
              <a:spcAft>
                <a:spcPts val="0"/>
              </a:spcAft>
              <a:buSzPts val="2300"/>
              <a:buNone/>
              <a:defRPr/>
            </a:lvl4pPr>
            <a:lvl5pPr lvl="4" algn="l">
              <a:lnSpc>
                <a:spcPct val="90000"/>
              </a:lnSpc>
              <a:spcBef>
                <a:spcPts val="0"/>
              </a:spcBef>
              <a:spcAft>
                <a:spcPts val="0"/>
              </a:spcAft>
              <a:buSzPts val="2300"/>
              <a:buNone/>
              <a:defRPr/>
            </a:lvl5pPr>
            <a:lvl6pPr lvl="5" algn="l">
              <a:lnSpc>
                <a:spcPct val="90000"/>
              </a:lnSpc>
              <a:spcBef>
                <a:spcPts val="0"/>
              </a:spcBef>
              <a:spcAft>
                <a:spcPts val="0"/>
              </a:spcAft>
              <a:buSzPts val="2300"/>
              <a:buNone/>
              <a:defRPr/>
            </a:lvl6pPr>
            <a:lvl7pPr lvl="6" algn="l">
              <a:lnSpc>
                <a:spcPct val="90000"/>
              </a:lnSpc>
              <a:spcBef>
                <a:spcPts val="0"/>
              </a:spcBef>
              <a:spcAft>
                <a:spcPts val="0"/>
              </a:spcAft>
              <a:buSzPts val="2300"/>
              <a:buNone/>
              <a:defRPr/>
            </a:lvl7pPr>
            <a:lvl8pPr lvl="7" algn="l">
              <a:lnSpc>
                <a:spcPct val="90000"/>
              </a:lnSpc>
              <a:spcBef>
                <a:spcPts val="0"/>
              </a:spcBef>
              <a:spcAft>
                <a:spcPts val="0"/>
              </a:spcAft>
              <a:buSzPts val="2300"/>
              <a:buNone/>
              <a:defRPr/>
            </a:lvl8pPr>
            <a:lvl9pPr lvl="8" algn="l">
              <a:lnSpc>
                <a:spcPct val="90000"/>
              </a:lnSpc>
              <a:spcBef>
                <a:spcPts val="0"/>
              </a:spcBef>
              <a:spcAft>
                <a:spcPts val="0"/>
              </a:spcAft>
              <a:buSzPts val="2300"/>
              <a:buNone/>
              <a:defRPr/>
            </a:lvl9pPr>
          </a:lstStyle>
          <a:p>
            <a:endParaRPr/>
          </a:p>
        </p:txBody>
      </p:sp>
      <p:sp>
        <p:nvSpPr>
          <p:cNvPr id="94" name="Google Shape;94;p15"/>
          <p:cNvSpPr txBox="1">
            <a:spLocks noGrp="1"/>
          </p:cNvSpPr>
          <p:nvPr>
            <p:ph type="body" idx="1"/>
          </p:nvPr>
        </p:nvSpPr>
        <p:spPr>
          <a:xfrm>
            <a:off x="689033" y="2008467"/>
            <a:ext cx="10831200" cy="40452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Clr>
                <a:srgbClr val="F29100"/>
              </a:buClr>
              <a:buSzPts val="1000"/>
              <a:buChar char="⬥"/>
              <a:defRPr>
                <a:latin typeface="Arial"/>
                <a:ea typeface="Arial"/>
                <a:cs typeface="Arial"/>
                <a:sym typeface="Arial"/>
              </a:defRPr>
            </a:lvl1pPr>
            <a:lvl2pPr marL="914400" lvl="1" indent="-292100" algn="l">
              <a:lnSpc>
                <a:spcPct val="100000"/>
              </a:lnSpc>
              <a:spcBef>
                <a:spcPts val="600"/>
              </a:spcBef>
              <a:spcAft>
                <a:spcPts val="0"/>
              </a:spcAft>
              <a:buClr>
                <a:srgbClr val="F29100"/>
              </a:buClr>
              <a:buSzPts val="1000"/>
              <a:buChar char="–"/>
              <a:defRPr/>
            </a:lvl2pPr>
            <a:lvl3pPr marL="1371600" lvl="2" indent="-292100" algn="l">
              <a:lnSpc>
                <a:spcPct val="100000"/>
              </a:lnSpc>
              <a:spcBef>
                <a:spcPts val="600"/>
              </a:spcBef>
              <a:spcAft>
                <a:spcPts val="0"/>
              </a:spcAft>
              <a:buClr>
                <a:srgbClr val="F29100"/>
              </a:buClr>
              <a:buSzPts val="1000"/>
              <a:buChar char="⬩"/>
              <a:defRPr/>
            </a:lvl3pPr>
            <a:lvl4pPr marL="1828800" lvl="3" indent="-292100" algn="l">
              <a:lnSpc>
                <a:spcPct val="100000"/>
              </a:lnSpc>
              <a:spcBef>
                <a:spcPts val="600"/>
              </a:spcBef>
              <a:spcAft>
                <a:spcPts val="0"/>
              </a:spcAft>
              <a:buClr>
                <a:srgbClr val="F29100"/>
              </a:buClr>
              <a:buSzPts val="1000"/>
              <a:buChar char="●"/>
              <a:defRPr/>
            </a:lvl4pPr>
            <a:lvl5pPr marL="2286000" lvl="4" indent="-292100" algn="l">
              <a:lnSpc>
                <a:spcPct val="100000"/>
              </a:lnSpc>
              <a:spcBef>
                <a:spcPts val="600"/>
              </a:spcBef>
              <a:spcAft>
                <a:spcPts val="0"/>
              </a:spcAft>
              <a:buClr>
                <a:srgbClr val="F29100"/>
              </a:buClr>
              <a:buSzPts val="1000"/>
              <a:buChar char="○"/>
              <a:defRPr/>
            </a:lvl5pPr>
            <a:lvl6pPr marL="2743200" lvl="5" indent="-292100" algn="l">
              <a:lnSpc>
                <a:spcPct val="100000"/>
              </a:lnSpc>
              <a:spcBef>
                <a:spcPts val="600"/>
              </a:spcBef>
              <a:spcAft>
                <a:spcPts val="0"/>
              </a:spcAft>
              <a:buClr>
                <a:srgbClr val="F29100"/>
              </a:buClr>
              <a:buSzPts val="1000"/>
              <a:buChar char="■"/>
              <a:defRPr/>
            </a:lvl6pPr>
            <a:lvl7pPr marL="3200400" lvl="6" indent="-292100" algn="l">
              <a:lnSpc>
                <a:spcPct val="100000"/>
              </a:lnSpc>
              <a:spcBef>
                <a:spcPts val="600"/>
              </a:spcBef>
              <a:spcAft>
                <a:spcPts val="0"/>
              </a:spcAft>
              <a:buClr>
                <a:srgbClr val="F29100"/>
              </a:buClr>
              <a:buSzPts val="1000"/>
              <a:buChar char="●"/>
              <a:defRPr/>
            </a:lvl7pPr>
            <a:lvl8pPr marL="3657600" lvl="7" indent="-292100" algn="l">
              <a:lnSpc>
                <a:spcPct val="100000"/>
              </a:lnSpc>
              <a:spcBef>
                <a:spcPts val="600"/>
              </a:spcBef>
              <a:spcAft>
                <a:spcPts val="0"/>
              </a:spcAft>
              <a:buClr>
                <a:srgbClr val="F29100"/>
              </a:buClr>
              <a:buSzPts val="1000"/>
              <a:buChar char="○"/>
              <a:defRPr/>
            </a:lvl8pPr>
            <a:lvl9pPr marL="4114800" lvl="8" indent="-292100" algn="l">
              <a:lnSpc>
                <a:spcPct val="100000"/>
              </a:lnSpc>
              <a:spcBef>
                <a:spcPts val="600"/>
              </a:spcBef>
              <a:spcAft>
                <a:spcPts val="600"/>
              </a:spcAft>
              <a:buClr>
                <a:srgbClr val="F29100"/>
              </a:buClr>
              <a:buSzPts val="1000"/>
              <a:buChar char="■"/>
              <a:defRPr/>
            </a:lvl9pPr>
          </a:lstStyle>
          <a:p>
            <a:endParaRPr/>
          </a:p>
        </p:txBody>
      </p:sp>
      <p:sp>
        <p:nvSpPr>
          <p:cNvPr id="95" name="Google Shape;95;p15"/>
          <p:cNvSpPr txBox="1">
            <a:spLocks noGrp="1"/>
          </p:cNvSpPr>
          <p:nvPr>
            <p:ph type="sldNum" idx="12"/>
          </p:nvPr>
        </p:nvSpPr>
        <p:spPr>
          <a:xfrm>
            <a:off x="11520233" y="377733"/>
            <a:ext cx="468400" cy="124000"/>
          </a:xfrm>
          <a:prstGeom prst="rect">
            <a:avLst/>
          </a:prstGeom>
          <a:noFill/>
          <a:ln>
            <a:noFill/>
          </a:ln>
        </p:spPr>
        <p:txBody>
          <a:bodyPr spcFirstLastPara="1" wrap="square" lIns="0" tIns="0" rIns="0" bIns="0" anchor="t" anchorCtr="0">
            <a:noAutofit/>
          </a:bodyPr>
          <a:lstStyle>
            <a:lvl1pPr marL="0" marR="0" lvl="0"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fld id="{00000000-1234-1234-1234-123412341234}" type="slidenum">
              <a:rPr lang="en-GB" smtClean="0"/>
              <a:pPr/>
              <a:t>‹#›</a:t>
            </a:fld>
            <a:endParaRPr lang="en-GB"/>
          </a:p>
        </p:txBody>
      </p:sp>
      <p:sp>
        <p:nvSpPr>
          <p:cNvPr id="96" name="Google Shape;96;p15"/>
          <p:cNvSpPr txBox="1">
            <a:spLocks noGrp="1"/>
          </p:cNvSpPr>
          <p:nvPr>
            <p:ph type="title" idx="2"/>
          </p:nvPr>
        </p:nvSpPr>
        <p:spPr>
          <a:xfrm>
            <a:off x="689033" y="377733"/>
            <a:ext cx="10660000" cy="124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800"/>
              <a:buNone/>
              <a:defRPr sz="800">
                <a:latin typeface="Arial"/>
                <a:ea typeface="Arial"/>
                <a:cs typeface="Arial"/>
                <a:sym typeface="Arial"/>
              </a:defRPr>
            </a:lvl1pPr>
            <a:lvl2pPr lvl="1" algn="l">
              <a:lnSpc>
                <a:spcPct val="90000"/>
              </a:lnSpc>
              <a:spcBef>
                <a:spcPts val="0"/>
              </a:spcBef>
              <a:spcAft>
                <a:spcPts val="0"/>
              </a:spcAft>
              <a:buSzPts val="800"/>
              <a:buNone/>
              <a:defRPr sz="800"/>
            </a:lvl2pPr>
            <a:lvl3pPr lvl="2" algn="l">
              <a:lnSpc>
                <a:spcPct val="90000"/>
              </a:lnSpc>
              <a:spcBef>
                <a:spcPts val="0"/>
              </a:spcBef>
              <a:spcAft>
                <a:spcPts val="0"/>
              </a:spcAft>
              <a:buSzPts val="800"/>
              <a:buNone/>
              <a:defRPr sz="800"/>
            </a:lvl3pPr>
            <a:lvl4pPr lvl="3" algn="l">
              <a:lnSpc>
                <a:spcPct val="90000"/>
              </a:lnSpc>
              <a:spcBef>
                <a:spcPts val="0"/>
              </a:spcBef>
              <a:spcAft>
                <a:spcPts val="0"/>
              </a:spcAft>
              <a:buSzPts val="800"/>
              <a:buNone/>
              <a:defRPr sz="800"/>
            </a:lvl4pPr>
            <a:lvl5pPr lvl="4" algn="l">
              <a:lnSpc>
                <a:spcPct val="90000"/>
              </a:lnSpc>
              <a:spcBef>
                <a:spcPts val="0"/>
              </a:spcBef>
              <a:spcAft>
                <a:spcPts val="0"/>
              </a:spcAft>
              <a:buSzPts val="800"/>
              <a:buNone/>
              <a:defRPr sz="800"/>
            </a:lvl5pPr>
            <a:lvl6pPr lvl="5" algn="l">
              <a:lnSpc>
                <a:spcPct val="90000"/>
              </a:lnSpc>
              <a:spcBef>
                <a:spcPts val="0"/>
              </a:spcBef>
              <a:spcAft>
                <a:spcPts val="0"/>
              </a:spcAft>
              <a:buSzPts val="800"/>
              <a:buNone/>
              <a:defRPr sz="800"/>
            </a:lvl6pPr>
            <a:lvl7pPr lvl="6" algn="l">
              <a:lnSpc>
                <a:spcPct val="90000"/>
              </a:lnSpc>
              <a:spcBef>
                <a:spcPts val="0"/>
              </a:spcBef>
              <a:spcAft>
                <a:spcPts val="0"/>
              </a:spcAft>
              <a:buSzPts val="800"/>
              <a:buNone/>
              <a:defRPr sz="800"/>
            </a:lvl7pPr>
            <a:lvl8pPr lvl="7" algn="l">
              <a:lnSpc>
                <a:spcPct val="90000"/>
              </a:lnSpc>
              <a:spcBef>
                <a:spcPts val="0"/>
              </a:spcBef>
              <a:spcAft>
                <a:spcPts val="0"/>
              </a:spcAft>
              <a:buSzPts val="800"/>
              <a:buNone/>
              <a:defRPr sz="800"/>
            </a:lvl8pPr>
            <a:lvl9pPr lvl="8" algn="l">
              <a:lnSpc>
                <a:spcPct val="90000"/>
              </a:lnSpc>
              <a:spcBef>
                <a:spcPts val="0"/>
              </a:spcBef>
              <a:spcAft>
                <a:spcPts val="0"/>
              </a:spcAft>
              <a:buSzPts val="800"/>
              <a:buNone/>
              <a:defRPr sz="800"/>
            </a:lvl9pPr>
          </a:lstStyle>
          <a:p>
            <a:endParaRPr/>
          </a:p>
        </p:txBody>
      </p:sp>
      <p:sp>
        <p:nvSpPr>
          <p:cNvPr id="97" name="Google Shape;97;p15"/>
          <p:cNvSpPr txBox="1">
            <a:spLocks noGrp="1"/>
          </p:cNvSpPr>
          <p:nvPr>
            <p:ph type="subTitle" idx="3"/>
          </p:nvPr>
        </p:nvSpPr>
        <p:spPr>
          <a:xfrm>
            <a:off x="689033" y="1498533"/>
            <a:ext cx="10852400" cy="2292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400"/>
              <a:buNone/>
              <a:defRPr b="1">
                <a:latin typeface="Arial"/>
                <a:ea typeface="Arial"/>
                <a:cs typeface="Arial"/>
                <a:sym typeface="Arial"/>
              </a:defRPr>
            </a:lvl1pPr>
            <a:lvl2pPr lvl="1" algn="l">
              <a:lnSpc>
                <a:spcPct val="100000"/>
              </a:lnSpc>
              <a:spcBef>
                <a:spcPts val="600"/>
              </a:spcBef>
              <a:spcAft>
                <a:spcPts val="0"/>
              </a:spcAft>
              <a:buSzPts val="400"/>
              <a:buNone/>
              <a:defRPr/>
            </a:lvl2pPr>
            <a:lvl3pPr lvl="2" algn="l">
              <a:lnSpc>
                <a:spcPct val="100000"/>
              </a:lnSpc>
              <a:spcBef>
                <a:spcPts val="600"/>
              </a:spcBef>
              <a:spcAft>
                <a:spcPts val="0"/>
              </a:spcAft>
              <a:buSzPts val="1000"/>
              <a:buNone/>
              <a:defRPr/>
            </a:lvl3pPr>
            <a:lvl4pPr lvl="3" algn="l">
              <a:lnSpc>
                <a:spcPct val="100000"/>
              </a:lnSpc>
              <a:spcBef>
                <a:spcPts val="600"/>
              </a:spcBef>
              <a:spcAft>
                <a:spcPts val="0"/>
              </a:spcAft>
              <a:buSzPts val="1000"/>
              <a:buNone/>
              <a:defRPr/>
            </a:lvl4pPr>
            <a:lvl5pPr lvl="4" algn="l">
              <a:lnSpc>
                <a:spcPct val="100000"/>
              </a:lnSpc>
              <a:spcBef>
                <a:spcPts val="600"/>
              </a:spcBef>
              <a:spcAft>
                <a:spcPts val="0"/>
              </a:spcAft>
              <a:buSzPts val="1000"/>
              <a:buNone/>
              <a:defRPr/>
            </a:lvl5pPr>
            <a:lvl6pPr lvl="5" algn="l">
              <a:lnSpc>
                <a:spcPct val="100000"/>
              </a:lnSpc>
              <a:spcBef>
                <a:spcPts val="600"/>
              </a:spcBef>
              <a:spcAft>
                <a:spcPts val="0"/>
              </a:spcAft>
              <a:buSzPts val="1000"/>
              <a:buNone/>
              <a:defRPr/>
            </a:lvl6pPr>
            <a:lvl7pPr lvl="6" algn="l">
              <a:lnSpc>
                <a:spcPct val="100000"/>
              </a:lnSpc>
              <a:spcBef>
                <a:spcPts val="600"/>
              </a:spcBef>
              <a:spcAft>
                <a:spcPts val="0"/>
              </a:spcAft>
              <a:buSzPts val="1000"/>
              <a:buNone/>
              <a:defRPr/>
            </a:lvl7pPr>
            <a:lvl8pPr lvl="7" algn="l">
              <a:lnSpc>
                <a:spcPct val="100000"/>
              </a:lnSpc>
              <a:spcBef>
                <a:spcPts val="600"/>
              </a:spcBef>
              <a:spcAft>
                <a:spcPts val="0"/>
              </a:spcAft>
              <a:buSzPts val="1000"/>
              <a:buNone/>
              <a:defRPr/>
            </a:lvl8pPr>
            <a:lvl9pPr lvl="8" algn="l">
              <a:lnSpc>
                <a:spcPct val="100000"/>
              </a:lnSpc>
              <a:spcBef>
                <a:spcPts val="600"/>
              </a:spcBef>
              <a:spcAft>
                <a:spcPts val="600"/>
              </a:spcAft>
              <a:buSzPts val="1000"/>
              <a:buNone/>
              <a:defRPr/>
            </a:lvl9pPr>
          </a:lstStyle>
          <a:p>
            <a:endParaRPr/>
          </a:p>
        </p:txBody>
      </p:sp>
    </p:spTree>
    <p:extLst>
      <p:ext uri="{BB962C8B-B14F-4D97-AF65-F5344CB8AC3E}">
        <p14:creationId xmlns:p14="http://schemas.microsoft.com/office/powerpoint/2010/main" val="1328790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9"/>
        <p:cNvGrpSpPr/>
        <p:nvPr/>
      </p:nvGrpSpPr>
      <p:grpSpPr>
        <a:xfrm>
          <a:off x="0" y="0"/>
          <a:ext cx="0" cy="0"/>
          <a:chOff x="0" y="0"/>
          <a:chExt cx="0" cy="0"/>
        </a:xfrm>
      </p:grpSpPr>
      <p:sp>
        <p:nvSpPr>
          <p:cNvPr id="570" name="Google Shape;570;p120"/>
          <p:cNvSpPr txBox="1"/>
          <p:nvPr/>
        </p:nvSpPr>
        <p:spPr>
          <a:xfrm>
            <a:off x="163758" y="6463552"/>
            <a:ext cx="1188792" cy="2077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750">
                <a:solidFill>
                  <a:schemeClr val="accent4"/>
                </a:solidFill>
                <a:latin typeface="Space Grotesk"/>
                <a:ea typeface="Space Grotesk"/>
                <a:cs typeface="Space Grotesk"/>
                <a:sym typeface="Space Grotesk"/>
              </a:rPr>
              <a:t>4TU.RESEARCH DATA</a:t>
            </a:r>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 id="2147483708"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8" r:id="rId1"/>
    <p:sldLayoutId id="214748371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data.4tu.nl/v2/articles%20|%20jq"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hyperlink" Target="https://data.4tu.nl/v2/articles" TargetMode="External"/><Relationship Id="rId5" Type="http://schemas.openxmlformats.org/officeDocument/2006/relationships/hyperlink" Target="endpoint" TargetMode="External"/><Relationship Id="rId4" Type="http://schemas.openxmlformats.org/officeDocument/2006/relationships/hyperlink" Target="https://data.4tu.n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share.streamlit.io/"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2" name="Text Placeholder 1">
            <a:extLst>
              <a:ext uri="{FF2B5EF4-FFF2-40B4-BE49-F238E27FC236}">
                <a16:creationId xmlns:a16="http://schemas.microsoft.com/office/drawing/2014/main" id="{6D06F429-B78C-19A0-6B13-5B6C4D4D9216}"/>
              </a:ext>
            </a:extLst>
          </p:cNvPr>
          <p:cNvSpPr>
            <a:spLocks noGrp="1"/>
          </p:cNvSpPr>
          <p:nvPr>
            <p:ph type="body" idx="1"/>
          </p:nvPr>
        </p:nvSpPr>
        <p:spPr>
          <a:xfrm>
            <a:off x="1351141" y="795038"/>
            <a:ext cx="9268044" cy="2633962"/>
          </a:xfrm>
        </p:spPr>
        <p:txBody>
          <a:bodyPr/>
          <a:lstStyle/>
          <a:p>
            <a:pPr algn="ctr"/>
            <a:r>
              <a:rPr lang="en-US" sz="4400" dirty="0"/>
              <a:t>Building a dashboard to visualize information from 4TU.ResearchData</a:t>
            </a:r>
          </a:p>
          <a:p>
            <a:pPr algn="ctr"/>
            <a:r>
              <a:rPr lang="en-US" sz="2800" dirty="0"/>
              <a:t>(Using the API)</a:t>
            </a:r>
            <a:endParaRPr lang="nl-NL" sz="2800" dirty="0"/>
          </a:p>
        </p:txBody>
      </p:sp>
      <p:sp>
        <p:nvSpPr>
          <p:cNvPr id="3" name="TextBox 2">
            <a:extLst>
              <a:ext uri="{FF2B5EF4-FFF2-40B4-BE49-F238E27FC236}">
                <a16:creationId xmlns:a16="http://schemas.microsoft.com/office/drawing/2014/main" id="{7EDC426D-6B61-3B8B-C130-37C001CBE798}"/>
              </a:ext>
            </a:extLst>
          </p:cNvPr>
          <p:cNvSpPr txBox="1"/>
          <p:nvPr/>
        </p:nvSpPr>
        <p:spPr>
          <a:xfrm>
            <a:off x="2286070" y="4094019"/>
            <a:ext cx="1967205" cy="1477328"/>
          </a:xfrm>
          <a:prstGeom prst="rect">
            <a:avLst/>
          </a:prstGeom>
          <a:noFill/>
        </p:spPr>
        <p:txBody>
          <a:bodyPr wrap="none" rtlCol="0">
            <a:spAutoFit/>
          </a:bodyPr>
          <a:lstStyle/>
          <a:p>
            <a:r>
              <a:rPr lang="en-US" sz="1800" dirty="0">
                <a:solidFill>
                  <a:schemeClr val="bg2">
                    <a:lumMod val="95000"/>
                  </a:schemeClr>
                </a:solidFill>
              </a:rPr>
              <a:t>Key components:</a:t>
            </a:r>
          </a:p>
          <a:p>
            <a:pPr marL="285750" indent="-285750">
              <a:buFontTx/>
              <a:buChar char="-"/>
            </a:pPr>
            <a:r>
              <a:rPr lang="en-US" sz="1800" dirty="0">
                <a:solidFill>
                  <a:schemeClr val="bg2">
                    <a:lumMod val="95000"/>
                  </a:schemeClr>
                </a:solidFill>
              </a:rPr>
              <a:t>API endpoints</a:t>
            </a:r>
          </a:p>
          <a:p>
            <a:pPr marL="285750" indent="-285750">
              <a:buFontTx/>
              <a:buChar char="-"/>
            </a:pPr>
            <a:r>
              <a:rPr lang="en-US" sz="1800" dirty="0">
                <a:solidFill>
                  <a:schemeClr val="bg2">
                    <a:lumMod val="95000"/>
                  </a:schemeClr>
                </a:solidFill>
              </a:rPr>
              <a:t>Python </a:t>
            </a:r>
          </a:p>
          <a:p>
            <a:pPr marL="285750" indent="-285750">
              <a:buFontTx/>
              <a:buChar char="-"/>
            </a:pPr>
            <a:r>
              <a:rPr lang="en-US" sz="1800" dirty="0" err="1">
                <a:solidFill>
                  <a:schemeClr val="bg2">
                    <a:lumMod val="95000"/>
                  </a:schemeClr>
                </a:solidFill>
              </a:rPr>
              <a:t>Streamlit</a:t>
            </a:r>
            <a:r>
              <a:rPr lang="en-US" sz="1800" dirty="0">
                <a:solidFill>
                  <a:schemeClr val="bg2">
                    <a:lumMod val="95000"/>
                  </a:schemeClr>
                </a:solidFill>
              </a:rPr>
              <a:t> </a:t>
            </a:r>
          </a:p>
          <a:p>
            <a:pPr marL="285750" indent="-285750">
              <a:buFontTx/>
              <a:buChar char="-"/>
            </a:pPr>
            <a:r>
              <a:rPr lang="en-US" sz="1800" dirty="0">
                <a:solidFill>
                  <a:schemeClr val="bg2">
                    <a:lumMod val="95000"/>
                  </a:schemeClr>
                </a:solidFill>
              </a:rPr>
              <a:t>Dashboard</a:t>
            </a:r>
            <a:endParaRPr lang="nl-NL" sz="1800" dirty="0">
              <a:solidFill>
                <a:schemeClr val="bg2">
                  <a:lumMod val="9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9">
          <a:extLst>
            <a:ext uri="{FF2B5EF4-FFF2-40B4-BE49-F238E27FC236}">
              <a16:creationId xmlns:a16="http://schemas.microsoft.com/office/drawing/2014/main" id="{EACA7516-212E-D723-1F34-A33DB7A2B6F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EDEA6E1-16FF-93B9-9ABF-0EB0973BB0EC}"/>
              </a:ext>
            </a:extLst>
          </p:cNvPr>
          <p:cNvSpPr>
            <a:spLocks noGrp="1"/>
          </p:cNvSpPr>
          <p:nvPr>
            <p:ph type="body" idx="1"/>
          </p:nvPr>
        </p:nvSpPr>
        <p:spPr>
          <a:xfrm>
            <a:off x="2747818" y="392887"/>
            <a:ext cx="6454912" cy="1900853"/>
          </a:xfrm>
        </p:spPr>
        <p:txBody>
          <a:bodyPr/>
          <a:lstStyle/>
          <a:p>
            <a:pPr algn="ctr"/>
            <a:r>
              <a:rPr lang="en-US" dirty="0"/>
              <a:t>Architecture</a:t>
            </a:r>
            <a:endParaRPr lang="nl-NL" dirty="0"/>
          </a:p>
        </p:txBody>
      </p:sp>
      <p:graphicFrame>
        <p:nvGraphicFramePr>
          <p:cNvPr id="6" name="Diagram 5">
            <a:extLst>
              <a:ext uri="{FF2B5EF4-FFF2-40B4-BE49-F238E27FC236}">
                <a16:creationId xmlns:a16="http://schemas.microsoft.com/office/drawing/2014/main" id="{82E2489A-5FE0-A077-0DC9-3F77D5D11DCD}"/>
              </a:ext>
            </a:extLst>
          </p:cNvPr>
          <p:cNvGraphicFramePr/>
          <p:nvPr>
            <p:extLst>
              <p:ext uri="{D42A27DB-BD31-4B8C-83A1-F6EECF244321}">
                <p14:modId xmlns:p14="http://schemas.microsoft.com/office/powerpoint/2010/main" val="366729148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22567C22-F933-9107-2029-6D85A3EA8DD4}"/>
              </a:ext>
            </a:extLst>
          </p:cNvPr>
          <p:cNvSpPr txBox="1"/>
          <p:nvPr/>
        </p:nvSpPr>
        <p:spPr>
          <a:xfrm>
            <a:off x="2429164" y="4256484"/>
            <a:ext cx="1170513" cy="307777"/>
          </a:xfrm>
          <a:prstGeom prst="rect">
            <a:avLst/>
          </a:prstGeom>
          <a:noFill/>
        </p:spPr>
        <p:txBody>
          <a:bodyPr wrap="none" rtlCol="0">
            <a:spAutoFit/>
          </a:bodyPr>
          <a:lstStyle/>
          <a:p>
            <a:r>
              <a:rPr lang="en-US" dirty="0">
                <a:solidFill>
                  <a:schemeClr val="bg2">
                    <a:lumMod val="95000"/>
                  </a:schemeClr>
                </a:solidFill>
              </a:rPr>
              <a:t>Data access</a:t>
            </a:r>
            <a:endParaRPr lang="nl-NL" dirty="0">
              <a:solidFill>
                <a:schemeClr val="bg2">
                  <a:lumMod val="95000"/>
                </a:schemeClr>
              </a:solidFill>
            </a:endParaRPr>
          </a:p>
        </p:txBody>
      </p:sp>
      <p:sp>
        <p:nvSpPr>
          <p:cNvPr id="8" name="TextBox 7">
            <a:extLst>
              <a:ext uri="{FF2B5EF4-FFF2-40B4-BE49-F238E27FC236}">
                <a16:creationId xmlns:a16="http://schemas.microsoft.com/office/drawing/2014/main" id="{D2419FE7-79A0-0762-2334-459806A11DA8}"/>
              </a:ext>
            </a:extLst>
          </p:cNvPr>
          <p:cNvSpPr txBox="1"/>
          <p:nvPr/>
        </p:nvSpPr>
        <p:spPr>
          <a:xfrm>
            <a:off x="5288417" y="4256484"/>
            <a:ext cx="1755609" cy="307777"/>
          </a:xfrm>
          <a:prstGeom prst="rect">
            <a:avLst/>
          </a:prstGeom>
          <a:noFill/>
        </p:spPr>
        <p:txBody>
          <a:bodyPr wrap="none" rtlCol="0">
            <a:spAutoFit/>
          </a:bodyPr>
          <a:lstStyle/>
          <a:p>
            <a:r>
              <a:rPr lang="en-US" dirty="0">
                <a:solidFill>
                  <a:schemeClr val="bg2">
                    <a:lumMod val="95000"/>
                  </a:schemeClr>
                </a:solidFill>
              </a:rPr>
              <a:t>Data transformation</a:t>
            </a:r>
            <a:endParaRPr lang="nl-NL" dirty="0">
              <a:solidFill>
                <a:schemeClr val="bg2">
                  <a:lumMod val="95000"/>
                </a:schemeClr>
              </a:solidFill>
            </a:endParaRPr>
          </a:p>
        </p:txBody>
      </p:sp>
      <p:sp>
        <p:nvSpPr>
          <p:cNvPr id="9" name="TextBox 8">
            <a:extLst>
              <a:ext uri="{FF2B5EF4-FFF2-40B4-BE49-F238E27FC236}">
                <a16:creationId xmlns:a16="http://schemas.microsoft.com/office/drawing/2014/main" id="{F54346DF-672B-7D43-2CA2-804CF99F4197}"/>
              </a:ext>
            </a:extLst>
          </p:cNvPr>
          <p:cNvSpPr txBox="1"/>
          <p:nvPr/>
        </p:nvSpPr>
        <p:spPr>
          <a:xfrm>
            <a:off x="8408281" y="4256484"/>
            <a:ext cx="1588897" cy="307777"/>
          </a:xfrm>
          <a:prstGeom prst="rect">
            <a:avLst/>
          </a:prstGeom>
          <a:noFill/>
        </p:spPr>
        <p:txBody>
          <a:bodyPr wrap="none" rtlCol="0">
            <a:spAutoFit/>
          </a:bodyPr>
          <a:lstStyle/>
          <a:p>
            <a:r>
              <a:rPr lang="en-US" dirty="0">
                <a:solidFill>
                  <a:schemeClr val="bg2">
                    <a:lumMod val="95000"/>
                  </a:schemeClr>
                </a:solidFill>
              </a:rPr>
              <a:t>Data visualization</a:t>
            </a:r>
            <a:endParaRPr lang="nl-NL" dirty="0">
              <a:solidFill>
                <a:schemeClr val="bg2">
                  <a:lumMod val="95000"/>
                </a:schemeClr>
              </a:solidFill>
            </a:endParaRPr>
          </a:p>
        </p:txBody>
      </p:sp>
    </p:spTree>
    <p:extLst>
      <p:ext uri="{BB962C8B-B14F-4D97-AF65-F5344CB8AC3E}">
        <p14:creationId xmlns:p14="http://schemas.microsoft.com/office/powerpoint/2010/main" val="1645054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157">
          <a:extLst>
            <a:ext uri="{FF2B5EF4-FFF2-40B4-BE49-F238E27FC236}">
              <a16:creationId xmlns:a16="http://schemas.microsoft.com/office/drawing/2014/main" id="{CA861A8D-9F11-BA08-CBEF-C29794739142}"/>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B907C9CA-6D61-C6AA-37DE-4C5F493AA22C}"/>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3A702663-8D72-667B-6285-1F55220F9EAE}"/>
              </a:ext>
            </a:extLst>
          </p:cNvPr>
          <p:cNvSpPr txBox="1"/>
          <p:nvPr/>
        </p:nvSpPr>
        <p:spPr>
          <a:xfrm>
            <a:off x="922823" y="2719205"/>
            <a:ext cx="4560885" cy="1569620"/>
          </a:xfrm>
          <a:prstGeom prst="rect">
            <a:avLst/>
          </a:prstGeom>
          <a:noFill/>
          <a:ln>
            <a:noFill/>
          </a:ln>
        </p:spPr>
        <p:txBody>
          <a:bodyPr spcFirstLastPara="1" wrap="square" lIns="91425" tIns="45700" rIns="91425" bIns="45700" anchor="t" anchorCtr="0">
            <a:spAutoFit/>
          </a:bodyPr>
          <a:lstStyle/>
          <a:p>
            <a:pPr algn="ctr"/>
            <a:r>
              <a:rPr lang="en-GB" sz="4800" dirty="0">
                <a:solidFill>
                  <a:schemeClr val="lt1"/>
                </a:solidFill>
                <a:sym typeface="Caveat"/>
              </a:rPr>
              <a:t>Introduction to APIs</a:t>
            </a:r>
            <a:endParaRPr sz="4800" dirty="0">
              <a:solidFill>
                <a:schemeClr val="lt1"/>
              </a:solidFill>
            </a:endParaRPr>
          </a:p>
        </p:txBody>
      </p:sp>
      <p:sp>
        <p:nvSpPr>
          <p:cNvPr id="160" name="Google Shape;160;p25">
            <a:extLst>
              <a:ext uri="{FF2B5EF4-FFF2-40B4-BE49-F238E27FC236}">
                <a16:creationId xmlns:a16="http://schemas.microsoft.com/office/drawing/2014/main" id="{9A46D1E4-7000-4AA1-1909-FEBDE4FA0883}"/>
              </a:ext>
            </a:extLst>
          </p:cNvPr>
          <p:cNvSpPr/>
          <p:nvPr/>
        </p:nvSpPr>
        <p:spPr>
          <a:xfrm>
            <a:off x="-822968" y="311240"/>
            <a:ext cx="7204800" cy="7297200"/>
          </a:xfrm>
          <a:prstGeom prst="blockArc">
            <a:avLst>
              <a:gd name="adj1" fmla="val 17060839"/>
              <a:gd name="adj2" fmla="val 6939771"/>
              <a:gd name="adj3" fmla="val 0"/>
            </a:avLst>
          </a:prstGeom>
          <a:solidFill>
            <a:srgbClr val="F39000"/>
          </a:solidFill>
          <a:ln w="38100"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p:txBody>
      </p:sp>
      <p:grpSp>
        <p:nvGrpSpPr>
          <p:cNvPr id="161" name="Google Shape;161;p25">
            <a:extLst>
              <a:ext uri="{FF2B5EF4-FFF2-40B4-BE49-F238E27FC236}">
                <a16:creationId xmlns:a16="http://schemas.microsoft.com/office/drawing/2014/main" id="{6F6E449A-319B-8760-BB0E-5DFD3DA57266}"/>
              </a:ext>
            </a:extLst>
          </p:cNvPr>
          <p:cNvGrpSpPr/>
          <p:nvPr/>
        </p:nvGrpSpPr>
        <p:grpSpPr>
          <a:xfrm>
            <a:off x="5240598" y="1266674"/>
            <a:ext cx="5236710" cy="720000"/>
            <a:chOff x="3716598" y="409424"/>
            <a:chExt cx="5236710" cy="720000"/>
          </a:xfrm>
        </p:grpSpPr>
        <p:sp>
          <p:nvSpPr>
            <p:cNvPr id="162" name="Google Shape;162;p25">
              <a:extLst>
                <a:ext uri="{FF2B5EF4-FFF2-40B4-BE49-F238E27FC236}">
                  <a16:creationId xmlns:a16="http://schemas.microsoft.com/office/drawing/2014/main" id="{306949F5-CC21-BF30-BCE7-5BCAFC9AAF7F}"/>
                </a:ext>
              </a:extLst>
            </p:cNvPr>
            <p:cNvSpPr/>
            <p:nvPr/>
          </p:nvSpPr>
          <p:spPr>
            <a:xfrm>
              <a:off x="4113708" y="457435"/>
              <a:ext cx="4839600" cy="637500"/>
            </a:xfrm>
            <a:prstGeom prst="roundRect">
              <a:avLst>
                <a:gd name="adj" fmla="val 16667"/>
              </a:avLst>
            </a:prstGeom>
            <a:solidFill>
              <a:srgbClr val="F39000">
                <a:alpha val="69410"/>
              </a:srgbClr>
            </a:solidFill>
            <a:ln>
              <a:noFill/>
            </a:ln>
          </p:spPr>
          <p:txBody>
            <a:bodyPr spcFirstLastPara="1" wrap="square" lIns="661675" tIns="115125" rIns="115125" bIns="115125" anchor="ctr" anchorCtr="0">
              <a:noAutofit/>
            </a:bodyPr>
            <a:lstStyle/>
            <a:p>
              <a:pPr>
                <a:lnSpc>
                  <a:spcPct val="90000"/>
                </a:lnSpc>
              </a:pPr>
              <a:r>
                <a:rPr lang="en-GB" sz="1900" dirty="0">
                  <a:solidFill>
                    <a:schemeClr val="dk1"/>
                  </a:solidFill>
                  <a:latin typeface="Roboto Medium"/>
                  <a:ea typeface="Roboto Medium"/>
                  <a:cs typeface="Roboto Medium"/>
                  <a:sym typeface="Roboto Medium"/>
                </a:rPr>
                <a:t>What are APIs</a:t>
              </a:r>
              <a:endParaRPr sz="1900" dirty="0">
                <a:ea typeface="Arial"/>
                <a:cs typeface="Arial"/>
                <a:sym typeface="Arial"/>
              </a:endParaRPr>
            </a:p>
          </p:txBody>
        </p:sp>
        <p:sp>
          <p:nvSpPr>
            <p:cNvPr id="163" name="Google Shape;163;p25">
              <a:extLst>
                <a:ext uri="{FF2B5EF4-FFF2-40B4-BE49-F238E27FC236}">
                  <a16:creationId xmlns:a16="http://schemas.microsoft.com/office/drawing/2014/main" id="{3FBBA6ED-6C45-9FF0-B0CE-A6B5757CD5BA}"/>
                </a:ext>
              </a:extLst>
            </p:cNvPr>
            <p:cNvSpPr/>
            <p:nvPr/>
          </p:nvSpPr>
          <p:spPr>
            <a:xfrm>
              <a:off x="3716598" y="409424"/>
              <a:ext cx="750600" cy="720000"/>
            </a:xfrm>
            <a:prstGeom prst="ellipse">
              <a:avLst/>
            </a:prstGeom>
            <a:solidFill>
              <a:srgbClr val="FAE2D5"/>
            </a:solidFill>
            <a:ln w="25400" cap="flat" cmpd="sng">
              <a:solidFill>
                <a:srgbClr val="F39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p:txBody>
        </p:sp>
        <p:sp>
          <p:nvSpPr>
            <p:cNvPr id="164" name="Google Shape;164;p25">
              <a:extLst>
                <a:ext uri="{FF2B5EF4-FFF2-40B4-BE49-F238E27FC236}">
                  <a16:creationId xmlns:a16="http://schemas.microsoft.com/office/drawing/2014/main" id="{7299CAED-1B44-FB53-FC70-2516016DAF81}"/>
                </a:ext>
              </a:extLst>
            </p:cNvPr>
            <p:cNvSpPr txBox="1"/>
            <p:nvPr/>
          </p:nvSpPr>
          <p:spPr>
            <a:xfrm>
              <a:off x="3804300" y="538591"/>
              <a:ext cx="595500" cy="461700"/>
            </a:xfrm>
            <a:prstGeom prst="rect">
              <a:avLst/>
            </a:prstGeom>
            <a:noFill/>
            <a:ln>
              <a:noFill/>
            </a:ln>
          </p:spPr>
          <p:txBody>
            <a:bodyPr spcFirstLastPara="1" wrap="square" lIns="91425" tIns="45700" rIns="91425" bIns="45700" anchor="t" anchorCtr="0">
              <a:spAutoFit/>
            </a:bodyPr>
            <a:lstStyle/>
            <a:p>
              <a:pPr>
                <a:buClr>
                  <a:srgbClr val="000000"/>
                </a:buClr>
                <a:buSzPts val="2400"/>
              </a:pPr>
              <a:r>
                <a:rPr lang="en-GB" sz="2400" b="1">
                  <a:solidFill>
                    <a:schemeClr val="dk1"/>
                  </a:solidFill>
                  <a:latin typeface="Roboto Medium"/>
                  <a:ea typeface="Roboto Medium"/>
                  <a:cs typeface="Roboto Medium"/>
                  <a:sym typeface="Roboto Medium"/>
                </a:rPr>
                <a:t>01</a:t>
              </a:r>
              <a:endParaRPr sz="1100" b="1">
                <a:solidFill>
                  <a:schemeClr val="dk1"/>
                </a:solidFill>
                <a:latin typeface="Roboto Medium"/>
                <a:ea typeface="Roboto Medium"/>
                <a:cs typeface="Roboto Medium"/>
                <a:sym typeface="Roboto Medium"/>
              </a:endParaRPr>
            </a:p>
          </p:txBody>
        </p:sp>
      </p:grpSp>
      <p:sp>
        <p:nvSpPr>
          <p:cNvPr id="15" name="TextBox 14">
            <a:extLst>
              <a:ext uri="{FF2B5EF4-FFF2-40B4-BE49-F238E27FC236}">
                <a16:creationId xmlns:a16="http://schemas.microsoft.com/office/drawing/2014/main" id="{E3EA61EE-268B-413E-8D2A-9B533687071B}"/>
              </a:ext>
            </a:extLst>
          </p:cNvPr>
          <p:cNvSpPr txBox="1"/>
          <p:nvPr/>
        </p:nvSpPr>
        <p:spPr>
          <a:xfrm>
            <a:off x="6640253" y="2444308"/>
            <a:ext cx="4839600" cy="2862322"/>
          </a:xfrm>
          <a:prstGeom prst="rect">
            <a:avLst/>
          </a:prstGeom>
          <a:noFill/>
        </p:spPr>
        <p:txBody>
          <a:bodyPr wrap="square">
            <a:spAutoFit/>
          </a:bodyPr>
          <a:lstStyle/>
          <a:p>
            <a:pPr algn="l">
              <a:defRPr sz="2000"/>
            </a:pPr>
            <a:r>
              <a:rPr lang="nl-NL" dirty="0">
                <a:solidFill>
                  <a:schemeClr val="bg2">
                    <a:lumMod val="85000"/>
                  </a:schemeClr>
                </a:solidFill>
              </a:rPr>
              <a:t>API (Application Programming Interface):</a:t>
            </a:r>
          </a:p>
          <a:p>
            <a:pPr algn="l">
              <a:defRPr sz="2000"/>
            </a:pPr>
            <a:endParaRPr lang="nl-NL" dirty="0">
              <a:solidFill>
                <a:schemeClr val="bg2">
                  <a:lumMod val="85000"/>
                </a:schemeClr>
              </a:solidFill>
            </a:endParaRPr>
          </a:p>
          <a:p>
            <a:pPr algn="l">
              <a:defRPr sz="2000"/>
            </a:pPr>
            <a:r>
              <a:rPr lang="nl-NL" dirty="0">
                <a:solidFill>
                  <a:schemeClr val="bg2">
                    <a:lumMod val="85000"/>
                  </a:schemeClr>
                </a:solidFill>
              </a:rPr>
              <a:t>A bridge </a:t>
            </a:r>
            <a:r>
              <a:rPr lang="nl-NL" dirty="0" err="1">
                <a:solidFill>
                  <a:schemeClr val="bg2">
                    <a:lumMod val="85000"/>
                  </a:schemeClr>
                </a:solidFill>
              </a:rPr>
              <a:t>that</a:t>
            </a:r>
            <a:r>
              <a:rPr lang="nl-NL" dirty="0">
                <a:solidFill>
                  <a:schemeClr val="bg2">
                    <a:lumMod val="85000"/>
                  </a:schemeClr>
                </a:solidFill>
              </a:rPr>
              <a:t> </a:t>
            </a:r>
            <a:r>
              <a:rPr lang="nl-NL" dirty="0" err="1">
                <a:solidFill>
                  <a:schemeClr val="bg2">
                    <a:lumMod val="85000"/>
                  </a:schemeClr>
                </a:solidFill>
              </a:rPr>
              <a:t>allows</a:t>
            </a:r>
            <a:r>
              <a:rPr lang="nl-NL" dirty="0">
                <a:solidFill>
                  <a:schemeClr val="bg2">
                    <a:lumMod val="85000"/>
                  </a:schemeClr>
                </a:solidFill>
              </a:rPr>
              <a:t> different software systems </a:t>
            </a:r>
            <a:r>
              <a:rPr lang="nl-NL" dirty="0" err="1">
                <a:solidFill>
                  <a:schemeClr val="bg2">
                    <a:lumMod val="85000"/>
                  </a:schemeClr>
                </a:solidFill>
              </a:rPr>
              <a:t>to</a:t>
            </a:r>
            <a:r>
              <a:rPr lang="nl-NL" dirty="0">
                <a:solidFill>
                  <a:schemeClr val="bg2">
                    <a:lumMod val="85000"/>
                  </a:schemeClr>
                </a:solidFill>
              </a:rPr>
              <a:t> </a:t>
            </a:r>
            <a:r>
              <a:rPr lang="nl-NL" dirty="0" err="1">
                <a:solidFill>
                  <a:schemeClr val="bg2">
                    <a:lumMod val="85000"/>
                  </a:schemeClr>
                </a:solidFill>
              </a:rPr>
              <a:t>communicate</a:t>
            </a:r>
            <a:r>
              <a:rPr lang="nl-NL" dirty="0">
                <a:solidFill>
                  <a:schemeClr val="bg2">
                    <a:lumMod val="85000"/>
                  </a:schemeClr>
                </a:solidFill>
              </a:rPr>
              <a:t>.</a:t>
            </a:r>
          </a:p>
          <a:p>
            <a:pPr marL="457200" indent="-457200" algn="l">
              <a:buAutoNum type="arabicPeriod"/>
              <a:defRPr sz="2000"/>
            </a:pPr>
            <a:endParaRPr lang="nl-NL" dirty="0">
              <a:solidFill>
                <a:schemeClr val="bg2">
                  <a:lumMod val="85000"/>
                </a:schemeClr>
              </a:solidFill>
            </a:endParaRPr>
          </a:p>
          <a:p>
            <a:pPr algn="l">
              <a:defRPr sz="2000"/>
            </a:pPr>
            <a:endParaRPr lang="nl-NL" dirty="0">
              <a:solidFill>
                <a:schemeClr val="bg2">
                  <a:lumMod val="85000"/>
                </a:schemeClr>
              </a:solidFill>
            </a:endParaRPr>
          </a:p>
          <a:p>
            <a:pPr algn="l">
              <a:defRPr sz="2000"/>
            </a:pPr>
            <a:r>
              <a:rPr lang="nl-NL" dirty="0" err="1">
                <a:solidFill>
                  <a:schemeClr val="bg2">
                    <a:lumMod val="85000"/>
                  </a:schemeClr>
                </a:solidFill>
              </a:rPr>
              <a:t>APIs</a:t>
            </a:r>
            <a:r>
              <a:rPr lang="nl-NL" dirty="0">
                <a:solidFill>
                  <a:schemeClr val="bg2">
                    <a:lumMod val="85000"/>
                  </a:schemeClr>
                </a:solidFill>
              </a:rPr>
              <a:t> </a:t>
            </a:r>
            <a:r>
              <a:rPr lang="nl-NL" dirty="0" err="1">
                <a:solidFill>
                  <a:schemeClr val="bg2">
                    <a:lumMod val="85000"/>
                  </a:schemeClr>
                </a:solidFill>
              </a:rPr>
              <a:t>define</a:t>
            </a:r>
            <a:r>
              <a:rPr lang="nl-NL" dirty="0">
                <a:solidFill>
                  <a:schemeClr val="bg2">
                    <a:lumMod val="85000"/>
                  </a:schemeClr>
                </a:solidFill>
              </a:rPr>
              <a:t> </a:t>
            </a:r>
            <a:r>
              <a:rPr lang="nl-NL" dirty="0" err="1">
                <a:solidFill>
                  <a:schemeClr val="bg2">
                    <a:lumMod val="85000"/>
                  </a:schemeClr>
                </a:solidFill>
              </a:rPr>
              <a:t>how</a:t>
            </a:r>
            <a:r>
              <a:rPr lang="nl-NL" dirty="0">
                <a:solidFill>
                  <a:schemeClr val="bg2">
                    <a:lumMod val="85000"/>
                  </a:schemeClr>
                </a:solidFill>
              </a:rPr>
              <a:t> software </a:t>
            </a:r>
            <a:r>
              <a:rPr lang="nl-NL" dirty="0" err="1">
                <a:solidFill>
                  <a:schemeClr val="bg2">
                    <a:lumMod val="85000"/>
                  </a:schemeClr>
                </a:solidFill>
              </a:rPr>
              <a:t>components</a:t>
            </a:r>
            <a:r>
              <a:rPr lang="nl-NL" dirty="0">
                <a:solidFill>
                  <a:schemeClr val="bg2">
                    <a:lumMod val="85000"/>
                  </a:schemeClr>
                </a:solidFill>
              </a:rPr>
              <a:t> </a:t>
            </a:r>
            <a:r>
              <a:rPr lang="nl-NL" dirty="0" err="1">
                <a:solidFill>
                  <a:schemeClr val="bg2">
                    <a:lumMod val="85000"/>
                  </a:schemeClr>
                </a:solidFill>
              </a:rPr>
              <a:t>interact</a:t>
            </a:r>
            <a:r>
              <a:rPr lang="nl-NL" dirty="0">
                <a:solidFill>
                  <a:schemeClr val="bg2">
                    <a:lumMod val="85000"/>
                  </a:schemeClr>
                </a:solidFill>
              </a:rPr>
              <a:t>.</a:t>
            </a:r>
          </a:p>
          <a:p>
            <a:pPr algn="l">
              <a:defRPr sz="2000"/>
            </a:pPr>
            <a:endParaRPr lang="nl-NL" dirty="0">
              <a:solidFill>
                <a:schemeClr val="bg2">
                  <a:lumMod val="85000"/>
                </a:schemeClr>
              </a:solidFill>
            </a:endParaRPr>
          </a:p>
        </p:txBody>
      </p:sp>
    </p:spTree>
    <p:extLst>
      <p:ext uri="{BB962C8B-B14F-4D97-AF65-F5344CB8AC3E}">
        <p14:creationId xmlns:p14="http://schemas.microsoft.com/office/powerpoint/2010/main" val="2454315605"/>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fade">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5" end="5"/>
                                            </p:txEl>
                                          </p:spTgt>
                                        </p:tgtEl>
                                        <p:attrNameLst>
                                          <p:attrName>style.visibility</p:attrName>
                                        </p:attrNameLst>
                                      </p:cBhvr>
                                      <p:to>
                                        <p:strVal val="visible"/>
                                      </p:to>
                                    </p:set>
                                    <p:animEffect transition="in" filter="fade">
                                      <p:cBhvr>
                                        <p:cTn id="17" dur="500"/>
                                        <p:tgtEl>
                                          <p:spTgt spid="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26" name="Picture 2" descr="A person standing in front of a gear with a wrench and a sign&#10;&#10;AI-generated content may be incorrect.">
            <a:extLst>
              <a:ext uri="{FF2B5EF4-FFF2-40B4-BE49-F238E27FC236}">
                <a16:creationId xmlns:a16="http://schemas.microsoft.com/office/drawing/2014/main" id="{F2ACEE55-EF21-302E-50AE-3E850667E6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000"/>
          <a:stretch>
            <a:fillRect/>
          </a:stretch>
        </p:blipFill>
        <p:spPr bwMode="auto">
          <a:xfrm>
            <a:off x="643467" y="866309"/>
            <a:ext cx="10905066" cy="25626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 person standing in front of a gear with a wrench and a sign&#10;&#10;AI-generated content may be incorrect.">
            <a:extLst>
              <a:ext uri="{FF2B5EF4-FFF2-40B4-BE49-F238E27FC236}">
                <a16:creationId xmlns:a16="http://schemas.microsoft.com/office/drawing/2014/main" id="{83DD2B20-659C-40CF-2241-204754E482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a:fillRect/>
          </a:stretch>
        </p:blipFill>
        <p:spPr bwMode="auto">
          <a:xfrm>
            <a:off x="643467" y="3725729"/>
            <a:ext cx="10905066" cy="256269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34B15A-64AD-21EF-D91A-2BC62D20F483}"/>
              </a:ext>
            </a:extLst>
          </p:cNvPr>
          <p:cNvSpPr txBox="1"/>
          <p:nvPr/>
        </p:nvSpPr>
        <p:spPr>
          <a:xfrm>
            <a:off x="1896220" y="886752"/>
            <a:ext cx="735586" cy="369332"/>
          </a:xfrm>
          <a:prstGeom prst="rect">
            <a:avLst/>
          </a:prstGeom>
          <a:noFill/>
        </p:spPr>
        <p:txBody>
          <a:bodyPr wrap="none" rtlCol="0">
            <a:spAutoFit/>
          </a:bodyPr>
          <a:lstStyle/>
          <a:p>
            <a:r>
              <a:rPr lang="en-US" b="1" dirty="0"/>
              <a:t>Client</a:t>
            </a:r>
            <a:endParaRPr lang="nl-NL" b="1" dirty="0"/>
          </a:p>
        </p:txBody>
      </p:sp>
      <p:sp>
        <p:nvSpPr>
          <p:cNvPr id="8" name="TextBox 7">
            <a:extLst>
              <a:ext uri="{FF2B5EF4-FFF2-40B4-BE49-F238E27FC236}">
                <a16:creationId xmlns:a16="http://schemas.microsoft.com/office/drawing/2014/main" id="{5EFF4913-CA48-40F6-93D3-C4D85126E835}"/>
              </a:ext>
            </a:extLst>
          </p:cNvPr>
          <p:cNvSpPr txBox="1"/>
          <p:nvPr/>
        </p:nvSpPr>
        <p:spPr>
          <a:xfrm>
            <a:off x="9807165" y="891431"/>
            <a:ext cx="796949" cy="369332"/>
          </a:xfrm>
          <a:prstGeom prst="rect">
            <a:avLst/>
          </a:prstGeom>
          <a:noFill/>
        </p:spPr>
        <p:txBody>
          <a:bodyPr wrap="none" rtlCol="0">
            <a:spAutoFit/>
          </a:bodyPr>
          <a:lstStyle/>
          <a:p>
            <a:r>
              <a:rPr lang="en-US" b="1" dirty="0"/>
              <a:t>Server</a:t>
            </a:r>
            <a:endParaRPr lang="nl-NL" b="1" dirty="0"/>
          </a:p>
        </p:txBody>
      </p:sp>
    </p:spTree>
    <p:extLst>
      <p:ext uri="{BB962C8B-B14F-4D97-AF65-F5344CB8AC3E}">
        <p14:creationId xmlns:p14="http://schemas.microsoft.com/office/powerpoint/2010/main" val="120030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7">
          <a:extLst>
            <a:ext uri="{FF2B5EF4-FFF2-40B4-BE49-F238E27FC236}">
              <a16:creationId xmlns:a16="http://schemas.microsoft.com/office/drawing/2014/main" id="{9C26466C-4686-01F6-80D6-B5C2E7D13D58}"/>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62BFCD57-7DB9-67DB-D09C-F3DBBA20AE6C}"/>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02E3E706-FAB0-BB5C-6021-1B8FCC47936D}"/>
              </a:ext>
            </a:extLst>
          </p:cNvPr>
          <p:cNvSpPr txBox="1"/>
          <p:nvPr/>
        </p:nvSpPr>
        <p:spPr>
          <a:xfrm>
            <a:off x="1523994" y="2857751"/>
            <a:ext cx="4080600" cy="1446509"/>
          </a:xfrm>
          <a:prstGeom prst="rect">
            <a:avLst/>
          </a:prstGeom>
          <a:noFill/>
          <a:ln>
            <a:noFill/>
          </a:ln>
        </p:spPr>
        <p:txBody>
          <a:bodyPr spcFirstLastPara="1" wrap="square" lIns="91425" tIns="45700" rIns="91425" bIns="45700" anchor="t" anchorCtr="0">
            <a:spAutoFit/>
          </a:bodyPr>
          <a:lstStyle/>
          <a:p>
            <a:pPr algn="ctr"/>
            <a:r>
              <a:rPr lang="en-GB" sz="4400" dirty="0">
                <a:solidFill>
                  <a:schemeClr val="bg2">
                    <a:lumMod val="95000"/>
                  </a:schemeClr>
                </a:solidFill>
                <a:latin typeface="+mj-lt"/>
                <a:sym typeface="Caveat"/>
              </a:rPr>
              <a:t>Introduction to APIs</a:t>
            </a:r>
            <a:endParaRPr dirty="0">
              <a:solidFill>
                <a:schemeClr val="bg2">
                  <a:lumMod val="95000"/>
                </a:schemeClr>
              </a:solidFill>
              <a:latin typeface="+mj-lt"/>
            </a:endParaRPr>
          </a:p>
        </p:txBody>
      </p:sp>
      <p:sp>
        <p:nvSpPr>
          <p:cNvPr id="160" name="Google Shape;160;p25">
            <a:extLst>
              <a:ext uri="{FF2B5EF4-FFF2-40B4-BE49-F238E27FC236}">
                <a16:creationId xmlns:a16="http://schemas.microsoft.com/office/drawing/2014/main" id="{56ACEA2B-ED30-158C-AF7D-1967BE048A50}"/>
              </a:ext>
            </a:extLst>
          </p:cNvPr>
          <p:cNvSpPr/>
          <p:nvPr/>
        </p:nvSpPr>
        <p:spPr>
          <a:xfrm>
            <a:off x="-822968" y="311240"/>
            <a:ext cx="7204800" cy="7297200"/>
          </a:xfrm>
          <a:prstGeom prst="blockArc">
            <a:avLst>
              <a:gd name="adj1" fmla="val 17060839"/>
              <a:gd name="adj2" fmla="val 6939771"/>
              <a:gd name="adj3" fmla="val 0"/>
            </a:avLst>
          </a:prstGeom>
          <a:solidFill>
            <a:srgbClr val="F39000"/>
          </a:solidFill>
          <a:ln w="38100"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p:txBody>
      </p:sp>
      <p:grpSp>
        <p:nvGrpSpPr>
          <p:cNvPr id="161" name="Google Shape;161;p25">
            <a:extLst>
              <a:ext uri="{FF2B5EF4-FFF2-40B4-BE49-F238E27FC236}">
                <a16:creationId xmlns:a16="http://schemas.microsoft.com/office/drawing/2014/main" id="{6984AF28-3532-3446-266F-9FB5662CFB39}"/>
              </a:ext>
            </a:extLst>
          </p:cNvPr>
          <p:cNvGrpSpPr/>
          <p:nvPr/>
        </p:nvGrpSpPr>
        <p:grpSpPr>
          <a:xfrm>
            <a:off x="5240598" y="1266674"/>
            <a:ext cx="5236710" cy="720000"/>
            <a:chOff x="3716598" y="409424"/>
            <a:chExt cx="5236710" cy="720000"/>
          </a:xfrm>
        </p:grpSpPr>
        <p:sp>
          <p:nvSpPr>
            <p:cNvPr id="162" name="Google Shape;162;p25">
              <a:extLst>
                <a:ext uri="{FF2B5EF4-FFF2-40B4-BE49-F238E27FC236}">
                  <a16:creationId xmlns:a16="http://schemas.microsoft.com/office/drawing/2014/main" id="{545E23EE-FAF8-3FC8-4142-30CF016F387E}"/>
                </a:ext>
              </a:extLst>
            </p:cNvPr>
            <p:cNvSpPr/>
            <p:nvPr/>
          </p:nvSpPr>
          <p:spPr>
            <a:xfrm>
              <a:off x="4113708" y="457435"/>
              <a:ext cx="4839600" cy="637500"/>
            </a:xfrm>
            <a:prstGeom prst="roundRect">
              <a:avLst>
                <a:gd name="adj" fmla="val 16667"/>
              </a:avLst>
            </a:prstGeom>
            <a:solidFill>
              <a:srgbClr val="F39000">
                <a:alpha val="69410"/>
              </a:srgbClr>
            </a:solidFill>
            <a:ln>
              <a:noFill/>
            </a:ln>
          </p:spPr>
          <p:txBody>
            <a:bodyPr spcFirstLastPara="1" wrap="square" lIns="661675" tIns="115125" rIns="115125" bIns="115125" anchor="ctr" anchorCtr="0">
              <a:noAutofit/>
            </a:bodyPr>
            <a:lstStyle/>
            <a:p>
              <a:pPr>
                <a:lnSpc>
                  <a:spcPct val="90000"/>
                </a:lnSpc>
              </a:pPr>
              <a:r>
                <a:rPr lang="en-GB" sz="1900" dirty="0">
                  <a:solidFill>
                    <a:schemeClr val="dk1"/>
                  </a:solidFill>
                  <a:latin typeface="Roboto Medium"/>
                  <a:ea typeface="Roboto Medium"/>
                  <a:cs typeface="Roboto Medium"/>
                  <a:sym typeface="Roboto Medium"/>
                </a:rPr>
                <a:t>Common language for APIs</a:t>
              </a:r>
              <a:endParaRPr sz="1900" dirty="0">
                <a:solidFill>
                  <a:srgbClr val="000000"/>
                </a:solidFill>
                <a:latin typeface="Arial"/>
                <a:ea typeface="Arial"/>
                <a:cs typeface="Arial"/>
                <a:sym typeface="Arial"/>
              </a:endParaRPr>
            </a:p>
          </p:txBody>
        </p:sp>
        <p:sp>
          <p:nvSpPr>
            <p:cNvPr id="163" name="Google Shape;163;p25">
              <a:extLst>
                <a:ext uri="{FF2B5EF4-FFF2-40B4-BE49-F238E27FC236}">
                  <a16:creationId xmlns:a16="http://schemas.microsoft.com/office/drawing/2014/main" id="{05F78333-4153-BAA7-A81D-DA414366D0A0}"/>
                </a:ext>
              </a:extLst>
            </p:cNvPr>
            <p:cNvSpPr/>
            <p:nvPr/>
          </p:nvSpPr>
          <p:spPr>
            <a:xfrm>
              <a:off x="3716598" y="409424"/>
              <a:ext cx="750600" cy="720000"/>
            </a:xfrm>
            <a:prstGeom prst="ellipse">
              <a:avLst/>
            </a:prstGeom>
            <a:solidFill>
              <a:srgbClr val="FAE2D5"/>
            </a:solidFill>
            <a:ln w="25400" cap="flat" cmpd="sng">
              <a:solidFill>
                <a:srgbClr val="F39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p:txBody>
        </p:sp>
        <p:sp>
          <p:nvSpPr>
            <p:cNvPr id="164" name="Google Shape;164;p25">
              <a:extLst>
                <a:ext uri="{FF2B5EF4-FFF2-40B4-BE49-F238E27FC236}">
                  <a16:creationId xmlns:a16="http://schemas.microsoft.com/office/drawing/2014/main" id="{9EEEE90E-657C-F23A-4D7C-1BE5B30C6905}"/>
                </a:ext>
              </a:extLst>
            </p:cNvPr>
            <p:cNvSpPr txBox="1"/>
            <p:nvPr/>
          </p:nvSpPr>
          <p:spPr>
            <a:xfrm>
              <a:off x="3804300" y="538591"/>
              <a:ext cx="595500" cy="461700"/>
            </a:xfrm>
            <a:prstGeom prst="rect">
              <a:avLst/>
            </a:prstGeom>
            <a:noFill/>
            <a:ln>
              <a:noFill/>
            </a:ln>
          </p:spPr>
          <p:txBody>
            <a:bodyPr spcFirstLastPara="1" wrap="square" lIns="91425" tIns="45700" rIns="91425" bIns="45700" anchor="t" anchorCtr="0">
              <a:spAutoFit/>
            </a:bodyPr>
            <a:lstStyle/>
            <a:p>
              <a:pPr>
                <a:buClr>
                  <a:srgbClr val="000000"/>
                </a:buClr>
                <a:buSzPts val="2400"/>
              </a:pPr>
              <a:r>
                <a:rPr lang="en-GB" sz="2400" b="1" dirty="0">
                  <a:solidFill>
                    <a:schemeClr val="dk1"/>
                  </a:solidFill>
                  <a:latin typeface="Roboto Medium"/>
                  <a:ea typeface="Roboto Medium"/>
                  <a:cs typeface="Roboto Medium"/>
                  <a:sym typeface="Roboto Medium"/>
                </a:rPr>
                <a:t>02</a:t>
              </a:r>
              <a:endParaRPr sz="1100" b="1" dirty="0">
                <a:solidFill>
                  <a:schemeClr val="dk1"/>
                </a:solidFill>
                <a:latin typeface="Roboto Medium"/>
                <a:ea typeface="Roboto Medium"/>
                <a:cs typeface="Roboto Medium"/>
                <a:sym typeface="Roboto Medium"/>
              </a:endParaRPr>
            </a:p>
          </p:txBody>
        </p:sp>
      </p:grpSp>
      <p:sp>
        <p:nvSpPr>
          <p:cNvPr id="15" name="TextBox 14">
            <a:extLst>
              <a:ext uri="{FF2B5EF4-FFF2-40B4-BE49-F238E27FC236}">
                <a16:creationId xmlns:a16="http://schemas.microsoft.com/office/drawing/2014/main" id="{F72D2798-E797-16A8-0EDE-48F9A92A3EBE}"/>
              </a:ext>
            </a:extLst>
          </p:cNvPr>
          <p:cNvSpPr txBox="1"/>
          <p:nvPr/>
        </p:nvSpPr>
        <p:spPr>
          <a:xfrm>
            <a:off x="6559068" y="2236881"/>
            <a:ext cx="4839600" cy="4708981"/>
          </a:xfrm>
          <a:prstGeom prst="rect">
            <a:avLst/>
          </a:prstGeom>
          <a:noFill/>
        </p:spPr>
        <p:txBody>
          <a:bodyPr wrap="square">
            <a:spAutoFit/>
          </a:bodyPr>
          <a:lstStyle/>
          <a:p>
            <a:pPr marL="457200" indent="-457200">
              <a:buFont typeface="+mj-lt"/>
              <a:buAutoNum type="arabicPeriod"/>
              <a:defRPr sz="2000"/>
            </a:pPr>
            <a:r>
              <a:rPr lang="nl-NL" dirty="0">
                <a:solidFill>
                  <a:schemeClr val="bg2">
                    <a:lumMod val="85000"/>
                  </a:schemeClr>
                </a:solidFill>
              </a:rPr>
              <a:t>Web API is </a:t>
            </a:r>
            <a:r>
              <a:rPr lang="nl-NL" dirty="0" err="1">
                <a:solidFill>
                  <a:schemeClr val="bg2">
                    <a:lumMod val="85000"/>
                  </a:schemeClr>
                </a:solidFill>
              </a:rPr>
              <a:t>an</a:t>
            </a:r>
            <a:r>
              <a:rPr lang="nl-NL" dirty="0">
                <a:solidFill>
                  <a:schemeClr val="bg2">
                    <a:lumMod val="85000"/>
                  </a:schemeClr>
                </a:solidFill>
              </a:rPr>
              <a:t> API </a:t>
            </a:r>
            <a:r>
              <a:rPr lang="nl-NL" dirty="0" err="1">
                <a:solidFill>
                  <a:schemeClr val="bg2">
                    <a:lumMod val="85000"/>
                  </a:schemeClr>
                </a:solidFill>
              </a:rPr>
              <a:t>that</a:t>
            </a:r>
            <a:r>
              <a:rPr lang="nl-NL" dirty="0">
                <a:solidFill>
                  <a:schemeClr val="bg2">
                    <a:lumMod val="85000"/>
                  </a:schemeClr>
                </a:solidFill>
              </a:rPr>
              <a:t> </a:t>
            </a:r>
            <a:r>
              <a:rPr lang="nl-NL" dirty="0" err="1">
                <a:solidFill>
                  <a:schemeClr val="bg2">
                    <a:lumMod val="85000"/>
                  </a:schemeClr>
                </a:solidFill>
              </a:rPr>
              <a:t>allows</a:t>
            </a:r>
            <a:r>
              <a:rPr lang="nl-NL" dirty="0">
                <a:solidFill>
                  <a:schemeClr val="bg2">
                    <a:lumMod val="85000"/>
                  </a:schemeClr>
                </a:solidFill>
              </a:rPr>
              <a:t> different software systems </a:t>
            </a:r>
            <a:r>
              <a:rPr lang="nl-NL" dirty="0" err="1">
                <a:solidFill>
                  <a:schemeClr val="bg2">
                    <a:lumMod val="85000"/>
                  </a:schemeClr>
                </a:solidFill>
              </a:rPr>
              <a:t>to</a:t>
            </a:r>
            <a:r>
              <a:rPr lang="nl-NL" dirty="0">
                <a:solidFill>
                  <a:schemeClr val="bg2">
                    <a:lumMod val="85000"/>
                  </a:schemeClr>
                </a:solidFill>
              </a:rPr>
              <a:t> </a:t>
            </a:r>
            <a:r>
              <a:rPr lang="nl-NL" dirty="0" err="1">
                <a:solidFill>
                  <a:schemeClr val="bg2">
                    <a:lumMod val="85000"/>
                  </a:schemeClr>
                </a:solidFill>
              </a:rPr>
              <a:t>communicate</a:t>
            </a:r>
            <a:r>
              <a:rPr lang="nl-NL" dirty="0">
                <a:solidFill>
                  <a:schemeClr val="bg2">
                    <a:lumMod val="85000"/>
                  </a:schemeClr>
                </a:solidFill>
              </a:rPr>
              <a:t> via </a:t>
            </a:r>
            <a:r>
              <a:rPr lang="nl-NL" dirty="0" err="1">
                <a:solidFill>
                  <a:schemeClr val="bg2">
                    <a:lumMod val="85000"/>
                  </a:schemeClr>
                </a:solidFill>
              </a:rPr>
              <a:t>the</a:t>
            </a:r>
            <a:r>
              <a:rPr lang="nl-NL" dirty="0">
                <a:solidFill>
                  <a:schemeClr val="bg2">
                    <a:lumMod val="85000"/>
                  </a:schemeClr>
                </a:solidFill>
              </a:rPr>
              <a:t> web, </a:t>
            </a:r>
            <a:r>
              <a:rPr lang="nl-NL" dirty="0" err="1">
                <a:solidFill>
                  <a:schemeClr val="bg2">
                    <a:lumMod val="85000"/>
                  </a:schemeClr>
                </a:solidFill>
              </a:rPr>
              <a:t>using</a:t>
            </a:r>
            <a:r>
              <a:rPr lang="nl-NL" dirty="0">
                <a:solidFill>
                  <a:schemeClr val="bg2">
                    <a:lumMod val="85000"/>
                  </a:schemeClr>
                </a:solidFill>
              </a:rPr>
              <a:t> HTTP protocol.</a:t>
            </a:r>
          </a:p>
          <a:p>
            <a:pPr marL="457200" indent="-457200">
              <a:buFont typeface="+mj-lt"/>
              <a:buAutoNum type="arabicPeriod"/>
              <a:defRPr sz="2000"/>
            </a:pPr>
            <a:r>
              <a:rPr lang="en-US" dirty="0">
                <a:solidFill>
                  <a:schemeClr val="bg2">
                    <a:lumMod val="85000"/>
                  </a:schemeClr>
                </a:solidFill>
              </a:rPr>
              <a:t>They use a </a:t>
            </a:r>
            <a:r>
              <a:rPr lang="en-US" b="1" dirty="0">
                <a:solidFill>
                  <a:schemeClr val="bg2">
                    <a:lumMod val="85000"/>
                  </a:schemeClr>
                </a:solidFill>
              </a:rPr>
              <a:t>shared vocabulary</a:t>
            </a:r>
            <a:r>
              <a:rPr lang="en-US" dirty="0">
                <a:solidFill>
                  <a:schemeClr val="bg2">
                    <a:lumMod val="85000"/>
                  </a:schemeClr>
                </a:solidFill>
              </a:rPr>
              <a:t> of methods: </a:t>
            </a:r>
            <a:r>
              <a:rPr lang="en-US" sz="2000" dirty="0">
                <a:solidFill>
                  <a:schemeClr val="bg2">
                    <a:lumMod val="85000"/>
                  </a:schemeClr>
                </a:solidFill>
              </a:rPr>
              <a:t>GET</a:t>
            </a:r>
            <a:r>
              <a:rPr lang="en-US" dirty="0">
                <a:solidFill>
                  <a:schemeClr val="bg2">
                    <a:lumMod val="85000"/>
                  </a:schemeClr>
                </a:solidFill>
              </a:rPr>
              <a:t>, </a:t>
            </a:r>
            <a:r>
              <a:rPr lang="en-US" sz="2000" dirty="0">
                <a:solidFill>
                  <a:schemeClr val="bg2">
                    <a:lumMod val="85000"/>
                  </a:schemeClr>
                </a:solidFill>
              </a:rPr>
              <a:t>POST</a:t>
            </a:r>
            <a:r>
              <a:rPr lang="en-US" dirty="0">
                <a:solidFill>
                  <a:schemeClr val="bg2">
                    <a:lumMod val="85000"/>
                  </a:schemeClr>
                </a:solidFill>
              </a:rPr>
              <a:t>, </a:t>
            </a:r>
            <a:r>
              <a:rPr lang="en-US" sz="2000" dirty="0">
                <a:solidFill>
                  <a:schemeClr val="bg2">
                    <a:lumMod val="85000"/>
                  </a:schemeClr>
                </a:solidFill>
              </a:rPr>
              <a:t>PUT</a:t>
            </a:r>
            <a:r>
              <a:rPr lang="en-US" dirty="0">
                <a:solidFill>
                  <a:schemeClr val="bg2">
                    <a:lumMod val="85000"/>
                  </a:schemeClr>
                </a:solidFill>
              </a:rPr>
              <a:t>, </a:t>
            </a:r>
            <a:r>
              <a:rPr lang="en-US" sz="2000" dirty="0">
                <a:solidFill>
                  <a:schemeClr val="bg2">
                    <a:lumMod val="85000"/>
                  </a:schemeClr>
                </a:solidFill>
              </a:rPr>
              <a:t>DELETE to define how to exchange </a:t>
            </a:r>
            <a:r>
              <a:rPr lang="en-US" b="1" dirty="0">
                <a:solidFill>
                  <a:schemeClr val="bg2">
                    <a:lumMod val="85000"/>
                  </a:schemeClr>
                </a:solidFill>
              </a:rPr>
              <a:t>resources</a:t>
            </a:r>
            <a:r>
              <a:rPr lang="en-US" sz="2000" dirty="0">
                <a:solidFill>
                  <a:schemeClr val="bg2">
                    <a:lumMod val="85000"/>
                  </a:schemeClr>
                </a:solidFill>
              </a:rPr>
              <a:t> across the web.</a:t>
            </a:r>
          </a:p>
          <a:p>
            <a:pPr marL="457200" indent="-457200">
              <a:buFont typeface="+mj-lt"/>
              <a:buAutoNum type="arabicPeriod"/>
              <a:defRPr sz="2000"/>
            </a:pPr>
            <a:r>
              <a:rPr lang="en-US" dirty="0">
                <a:solidFill>
                  <a:schemeClr val="bg2">
                    <a:lumMod val="85000"/>
                  </a:schemeClr>
                </a:solidFill>
              </a:rPr>
              <a:t>Resources are something the API makes available and lets you interact with, e.g. (datasets, authors, collections).</a:t>
            </a:r>
          </a:p>
          <a:p>
            <a:pPr marL="457200" indent="-457200">
              <a:buFont typeface="+mj-lt"/>
              <a:buAutoNum type="arabicPeriod"/>
              <a:defRPr sz="2000"/>
            </a:pPr>
            <a:r>
              <a:rPr lang="en-US" dirty="0">
                <a:solidFill>
                  <a:schemeClr val="bg2">
                    <a:lumMod val="85000"/>
                  </a:schemeClr>
                </a:solidFill>
              </a:rPr>
              <a:t>Most Web APIs today use the JSON format to exchange data. </a:t>
            </a:r>
            <a:endParaRPr lang="nl-NL" dirty="0">
              <a:solidFill>
                <a:schemeClr val="bg2">
                  <a:lumMod val="85000"/>
                </a:schemeClr>
              </a:solidFill>
            </a:endParaRPr>
          </a:p>
          <a:p>
            <a:pPr algn="l">
              <a:defRPr sz="2000"/>
            </a:pPr>
            <a:endParaRPr lang="nl-NL" dirty="0">
              <a:solidFill>
                <a:schemeClr val="bg2">
                  <a:lumMod val="85000"/>
                </a:schemeClr>
              </a:solidFill>
            </a:endParaRPr>
          </a:p>
        </p:txBody>
      </p:sp>
    </p:spTree>
    <p:extLst>
      <p:ext uri="{BB962C8B-B14F-4D97-AF65-F5344CB8AC3E}">
        <p14:creationId xmlns:p14="http://schemas.microsoft.com/office/powerpoint/2010/main" val="236050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5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7">
          <a:extLst>
            <a:ext uri="{FF2B5EF4-FFF2-40B4-BE49-F238E27FC236}">
              <a16:creationId xmlns:a16="http://schemas.microsoft.com/office/drawing/2014/main" id="{300DFAC7-816D-03C9-18DC-27A0DF5D7D7A}"/>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E8EEBDA0-D54E-CC12-F8AD-BC60338040ED}"/>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371B1358-85C5-059F-0E8E-EEA0B904F23C}"/>
              </a:ext>
            </a:extLst>
          </p:cNvPr>
          <p:cNvSpPr txBox="1"/>
          <p:nvPr/>
        </p:nvSpPr>
        <p:spPr>
          <a:xfrm>
            <a:off x="1523994" y="2857751"/>
            <a:ext cx="4080600" cy="1446509"/>
          </a:xfrm>
          <a:prstGeom prst="rect">
            <a:avLst/>
          </a:prstGeom>
          <a:noFill/>
          <a:ln>
            <a:noFill/>
          </a:ln>
        </p:spPr>
        <p:txBody>
          <a:bodyPr spcFirstLastPara="1" wrap="square" lIns="91425" tIns="45700" rIns="91425" bIns="45700" anchor="t" anchorCtr="0">
            <a:spAutoFit/>
          </a:bodyPr>
          <a:lstStyle/>
          <a:p>
            <a:pPr algn="ctr"/>
            <a:r>
              <a:rPr lang="en-GB" sz="4400" dirty="0">
                <a:solidFill>
                  <a:schemeClr val="bg2">
                    <a:lumMod val="95000"/>
                  </a:schemeClr>
                </a:solidFill>
                <a:latin typeface="Caveat"/>
                <a:sym typeface="Caveat"/>
              </a:rPr>
              <a:t>Introduction to APIs</a:t>
            </a:r>
            <a:endParaRPr dirty="0">
              <a:solidFill>
                <a:schemeClr val="bg2">
                  <a:lumMod val="95000"/>
                </a:schemeClr>
              </a:solidFill>
            </a:endParaRPr>
          </a:p>
        </p:txBody>
      </p:sp>
      <p:sp>
        <p:nvSpPr>
          <p:cNvPr id="160" name="Google Shape;160;p25">
            <a:extLst>
              <a:ext uri="{FF2B5EF4-FFF2-40B4-BE49-F238E27FC236}">
                <a16:creationId xmlns:a16="http://schemas.microsoft.com/office/drawing/2014/main" id="{B1AF2CD9-5428-4D02-5858-86DBB57AB77B}"/>
              </a:ext>
            </a:extLst>
          </p:cNvPr>
          <p:cNvSpPr/>
          <p:nvPr/>
        </p:nvSpPr>
        <p:spPr>
          <a:xfrm>
            <a:off x="-822968" y="311240"/>
            <a:ext cx="7204800" cy="7297200"/>
          </a:xfrm>
          <a:prstGeom prst="blockArc">
            <a:avLst>
              <a:gd name="adj1" fmla="val 17060839"/>
              <a:gd name="adj2" fmla="val 6939771"/>
              <a:gd name="adj3" fmla="val 0"/>
            </a:avLst>
          </a:prstGeom>
          <a:solidFill>
            <a:srgbClr val="F39000"/>
          </a:solidFill>
          <a:ln w="38100"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p:txBody>
      </p:sp>
      <p:grpSp>
        <p:nvGrpSpPr>
          <p:cNvPr id="161" name="Google Shape;161;p25">
            <a:extLst>
              <a:ext uri="{FF2B5EF4-FFF2-40B4-BE49-F238E27FC236}">
                <a16:creationId xmlns:a16="http://schemas.microsoft.com/office/drawing/2014/main" id="{50D923EA-E0E3-9F63-DF57-4578D385227C}"/>
              </a:ext>
            </a:extLst>
          </p:cNvPr>
          <p:cNvGrpSpPr/>
          <p:nvPr/>
        </p:nvGrpSpPr>
        <p:grpSpPr>
          <a:xfrm>
            <a:off x="5240598" y="1266674"/>
            <a:ext cx="5236710" cy="720000"/>
            <a:chOff x="3716598" y="409424"/>
            <a:chExt cx="5236710" cy="720000"/>
          </a:xfrm>
        </p:grpSpPr>
        <p:sp>
          <p:nvSpPr>
            <p:cNvPr id="162" name="Google Shape;162;p25">
              <a:extLst>
                <a:ext uri="{FF2B5EF4-FFF2-40B4-BE49-F238E27FC236}">
                  <a16:creationId xmlns:a16="http://schemas.microsoft.com/office/drawing/2014/main" id="{18523642-CE52-E254-A20D-A55C0FDC3DAB}"/>
                </a:ext>
              </a:extLst>
            </p:cNvPr>
            <p:cNvSpPr/>
            <p:nvPr/>
          </p:nvSpPr>
          <p:spPr>
            <a:xfrm>
              <a:off x="4113708" y="457435"/>
              <a:ext cx="4839600" cy="637500"/>
            </a:xfrm>
            <a:prstGeom prst="roundRect">
              <a:avLst>
                <a:gd name="adj" fmla="val 16667"/>
              </a:avLst>
            </a:prstGeom>
            <a:solidFill>
              <a:srgbClr val="F39000">
                <a:alpha val="69410"/>
              </a:srgbClr>
            </a:solidFill>
            <a:ln>
              <a:noFill/>
            </a:ln>
          </p:spPr>
          <p:txBody>
            <a:bodyPr spcFirstLastPara="1" wrap="square" lIns="661675" tIns="115125" rIns="115125" bIns="115125" anchor="ctr" anchorCtr="0">
              <a:noAutofit/>
            </a:bodyPr>
            <a:lstStyle/>
            <a:p>
              <a:pPr>
                <a:lnSpc>
                  <a:spcPct val="90000"/>
                </a:lnSpc>
                <a:buClr>
                  <a:srgbClr val="000000"/>
                </a:buClr>
                <a:buSzPts val="2200"/>
              </a:pPr>
              <a:r>
                <a:rPr lang="en-US" sz="1900" dirty="0">
                  <a:solidFill>
                    <a:schemeClr val="dk1"/>
                  </a:solidFill>
                  <a:latin typeface="Roboto Medium"/>
                  <a:ea typeface="Roboto Medium"/>
                  <a:cs typeface="Roboto Medium"/>
                  <a:sym typeface="Roboto Medium"/>
                </a:rPr>
                <a:t>Why APIs are relevant for research</a:t>
              </a:r>
              <a:endParaRPr lang="en-US" sz="1900" dirty="0"/>
            </a:p>
          </p:txBody>
        </p:sp>
        <p:sp>
          <p:nvSpPr>
            <p:cNvPr id="163" name="Google Shape;163;p25">
              <a:extLst>
                <a:ext uri="{FF2B5EF4-FFF2-40B4-BE49-F238E27FC236}">
                  <a16:creationId xmlns:a16="http://schemas.microsoft.com/office/drawing/2014/main" id="{4CDBFE82-04EB-0F88-237C-DD04C68FF412}"/>
                </a:ext>
              </a:extLst>
            </p:cNvPr>
            <p:cNvSpPr/>
            <p:nvPr/>
          </p:nvSpPr>
          <p:spPr>
            <a:xfrm>
              <a:off x="3716598" y="409424"/>
              <a:ext cx="750600" cy="720000"/>
            </a:xfrm>
            <a:prstGeom prst="ellipse">
              <a:avLst/>
            </a:prstGeom>
            <a:solidFill>
              <a:srgbClr val="FAE2D5"/>
            </a:solidFill>
            <a:ln w="25400" cap="flat" cmpd="sng">
              <a:solidFill>
                <a:srgbClr val="F39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p:txBody>
        </p:sp>
        <p:sp>
          <p:nvSpPr>
            <p:cNvPr id="164" name="Google Shape;164;p25">
              <a:extLst>
                <a:ext uri="{FF2B5EF4-FFF2-40B4-BE49-F238E27FC236}">
                  <a16:creationId xmlns:a16="http://schemas.microsoft.com/office/drawing/2014/main" id="{F75FBDCE-E417-E4D6-9BFE-4C9851745E97}"/>
                </a:ext>
              </a:extLst>
            </p:cNvPr>
            <p:cNvSpPr txBox="1"/>
            <p:nvPr/>
          </p:nvSpPr>
          <p:spPr>
            <a:xfrm>
              <a:off x="3804300" y="538591"/>
              <a:ext cx="595500" cy="461700"/>
            </a:xfrm>
            <a:prstGeom prst="rect">
              <a:avLst/>
            </a:prstGeom>
            <a:noFill/>
            <a:ln>
              <a:noFill/>
            </a:ln>
          </p:spPr>
          <p:txBody>
            <a:bodyPr spcFirstLastPara="1" wrap="square" lIns="91425" tIns="45700" rIns="91425" bIns="45700" anchor="t" anchorCtr="0">
              <a:spAutoFit/>
            </a:bodyPr>
            <a:lstStyle/>
            <a:p>
              <a:pPr>
                <a:buClr>
                  <a:srgbClr val="000000"/>
                </a:buClr>
                <a:buSzPts val="2400"/>
              </a:pPr>
              <a:r>
                <a:rPr lang="en-GB" sz="2400" b="1" dirty="0">
                  <a:solidFill>
                    <a:schemeClr val="dk1"/>
                  </a:solidFill>
                  <a:latin typeface="Roboto Medium"/>
                  <a:ea typeface="Roboto Medium"/>
                  <a:cs typeface="Roboto Medium"/>
                  <a:sym typeface="Roboto Medium"/>
                </a:rPr>
                <a:t>03</a:t>
              </a:r>
              <a:endParaRPr sz="1100" b="1" dirty="0">
                <a:solidFill>
                  <a:schemeClr val="dk1"/>
                </a:solidFill>
                <a:latin typeface="Roboto Medium"/>
                <a:ea typeface="Roboto Medium"/>
                <a:cs typeface="Roboto Medium"/>
                <a:sym typeface="Roboto Medium"/>
              </a:endParaRPr>
            </a:p>
          </p:txBody>
        </p:sp>
      </p:grpSp>
      <p:sp>
        <p:nvSpPr>
          <p:cNvPr id="3" name="TextBox 2">
            <a:extLst>
              <a:ext uri="{FF2B5EF4-FFF2-40B4-BE49-F238E27FC236}">
                <a16:creationId xmlns:a16="http://schemas.microsoft.com/office/drawing/2014/main" id="{A6B10454-D7E3-B8E6-8F9C-0E98E449626E}"/>
              </a:ext>
            </a:extLst>
          </p:cNvPr>
          <p:cNvSpPr txBox="1"/>
          <p:nvPr/>
        </p:nvSpPr>
        <p:spPr>
          <a:xfrm>
            <a:off x="6494953" y="2374280"/>
            <a:ext cx="5218907" cy="3785652"/>
          </a:xfrm>
          <a:prstGeom prst="rect">
            <a:avLst/>
          </a:prstGeom>
          <a:noFill/>
        </p:spPr>
        <p:txBody>
          <a:bodyPr wrap="square">
            <a:spAutoFit/>
          </a:bodyPr>
          <a:lstStyle/>
          <a:p>
            <a:pPr marL="457200" indent="-457200">
              <a:buFont typeface="+mj-lt"/>
              <a:buAutoNum type="arabicPeriod"/>
              <a:defRPr sz="2000"/>
            </a:pPr>
            <a:r>
              <a:rPr lang="en-US" dirty="0">
                <a:solidFill>
                  <a:schemeClr val="bg2">
                    <a:lumMod val="85000"/>
                  </a:schemeClr>
                </a:solidFill>
              </a:rPr>
              <a:t>(In general) APIs enable automation, integration, and reuse of data and services.</a:t>
            </a:r>
          </a:p>
          <a:p>
            <a:pPr marL="457200" indent="-457200">
              <a:buFont typeface="+mj-lt"/>
              <a:buAutoNum type="arabicPeriod"/>
              <a:defRPr sz="2000"/>
            </a:pPr>
            <a:r>
              <a:rPr lang="en-US" dirty="0">
                <a:solidFill>
                  <a:schemeClr val="bg2">
                    <a:lumMod val="85000"/>
                  </a:schemeClr>
                </a:solidFill>
              </a:rPr>
              <a:t>Enable programmatic access to research data (no manual downloads)</a:t>
            </a:r>
          </a:p>
          <a:p>
            <a:pPr marL="457200" indent="-457200">
              <a:buFont typeface="+mj-lt"/>
              <a:buAutoNum type="arabicPeriod"/>
              <a:defRPr sz="2000"/>
            </a:pPr>
            <a:r>
              <a:rPr lang="en-US" dirty="0">
                <a:solidFill>
                  <a:schemeClr val="bg2">
                    <a:lumMod val="85000"/>
                  </a:schemeClr>
                </a:solidFill>
              </a:rPr>
              <a:t>Facilitate reproducibility and automation of workflows</a:t>
            </a:r>
          </a:p>
          <a:p>
            <a:pPr marL="457200" indent="-457200">
              <a:buFont typeface="+mj-lt"/>
              <a:buAutoNum type="arabicPeriod"/>
              <a:defRPr sz="2000"/>
            </a:pPr>
            <a:r>
              <a:rPr lang="en-US" dirty="0">
                <a:solidFill>
                  <a:schemeClr val="bg2">
                    <a:lumMod val="85000"/>
                  </a:schemeClr>
                </a:solidFill>
              </a:rPr>
              <a:t>Support interoperability across systems and tools</a:t>
            </a:r>
          </a:p>
          <a:p>
            <a:pPr algn="l">
              <a:defRPr sz="2000"/>
            </a:pPr>
            <a:endParaRPr lang="en-US" dirty="0">
              <a:solidFill>
                <a:schemeClr val="bg2">
                  <a:lumMod val="85000"/>
                </a:schemeClr>
              </a:solidFill>
            </a:endParaRPr>
          </a:p>
          <a:p>
            <a:pPr algn="l">
              <a:defRPr sz="2000"/>
            </a:pPr>
            <a:r>
              <a:rPr lang="en-US" dirty="0">
                <a:solidFill>
                  <a:schemeClr val="bg2">
                    <a:lumMod val="85000"/>
                  </a:schemeClr>
                </a:solidFill>
              </a:rPr>
              <a:t>Example: Retrieve datasets via API → analyze in Python/R → publish results</a:t>
            </a:r>
          </a:p>
        </p:txBody>
      </p:sp>
    </p:spTree>
    <p:extLst>
      <p:ext uri="{BB962C8B-B14F-4D97-AF65-F5344CB8AC3E}">
        <p14:creationId xmlns:p14="http://schemas.microsoft.com/office/powerpoint/2010/main" val="280825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7">
          <a:extLst>
            <a:ext uri="{FF2B5EF4-FFF2-40B4-BE49-F238E27FC236}">
              <a16:creationId xmlns:a16="http://schemas.microsoft.com/office/drawing/2014/main" id="{2D29368B-41E0-7D34-D9DB-1C8A613FC34A}"/>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B1910568-CBA3-BFA6-7082-1EBD4F606E22}"/>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94085A62-5F8C-0F63-8581-810207271EFE}"/>
              </a:ext>
            </a:extLst>
          </p:cNvPr>
          <p:cNvSpPr txBox="1"/>
          <p:nvPr/>
        </p:nvSpPr>
        <p:spPr>
          <a:xfrm>
            <a:off x="1523994" y="2857751"/>
            <a:ext cx="4080600" cy="1446509"/>
          </a:xfrm>
          <a:prstGeom prst="rect">
            <a:avLst/>
          </a:prstGeom>
          <a:noFill/>
          <a:ln>
            <a:noFill/>
          </a:ln>
        </p:spPr>
        <p:txBody>
          <a:bodyPr spcFirstLastPara="1" wrap="square" lIns="91425" tIns="45700" rIns="91425" bIns="45700" anchor="t" anchorCtr="0">
            <a:spAutoFit/>
          </a:bodyPr>
          <a:lstStyle/>
          <a:p>
            <a:pPr algn="ctr"/>
            <a:r>
              <a:rPr lang="en-GB" sz="4400" dirty="0">
                <a:solidFill>
                  <a:schemeClr val="bg2">
                    <a:lumMod val="95000"/>
                  </a:schemeClr>
                </a:solidFill>
                <a:latin typeface="+mj-lt"/>
                <a:sym typeface="Caveat"/>
              </a:rPr>
              <a:t>Introduction to APIs</a:t>
            </a:r>
            <a:endParaRPr dirty="0">
              <a:solidFill>
                <a:schemeClr val="bg2">
                  <a:lumMod val="95000"/>
                </a:schemeClr>
              </a:solidFill>
              <a:latin typeface="+mj-lt"/>
            </a:endParaRPr>
          </a:p>
        </p:txBody>
      </p:sp>
      <p:sp>
        <p:nvSpPr>
          <p:cNvPr id="160" name="Google Shape;160;p25">
            <a:extLst>
              <a:ext uri="{FF2B5EF4-FFF2-40B4-BE49-F238E27FC236}">
                <a16:creationId xmlns:a16="http://schemas.microsoft.com/office/drawing/2014/main" id="{38CBFF38-B9C3-8422-1080-4DA7325C6B98}"/>
              </a:ext>
            </a:extLst>
          </p:cNvPr>
          <p:cNvSpPr/>
          <p:nvPr/>
        </p:nvSpPr>
        <p:spPr>
          <a:xfrm>
            <a:off x="-822968" y="311240"/>
            <a:ext cx="7204800" cy="7297200"/>
          </a:xfrm>
          <a:prstGeom prst="blockArc">
            <a:avLst>
              <a:gd name="adj1" fmla="val 17060839"/>
              <a:gd name="adj2" fmla="val 6939771"/>
              <a:gd name="adj3" fmla="val 0"/>
            </a:avLst>
          </a:prstGeom>
          <a:solidFill>
            <a:srgbClr val="F39000"/>
          </a:solidFill>
          <a:ln w="38100"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p:txBody>
      </p:sp>
      <p:grpSp>
        <p:nvGrpSpPr>
          <p:cNvPr id="161" name="Google Shape;161;p25">
            <a:extLst>
              <a:ext uri="{FF2B5EF4-FFF2-40B4-BE49-F238E27FC236}">
                <a16:creationId xmlns:a16="http://schemas.microsoft.com/office/drawing/2014/main" id="{D5191EF2-CED4-48AF-DF6E-570F82ED3965}"/>
              </a:ext>
            </a:extLst>
          </p:cNvPr>
          <p:cNvGrpSpPr/>
          <p:nvPr/>
        </p:nvGrpSpPr>
        <p:grpSpPr>
          <a:xfrm>
            <a:off x="5240598" y="1266674"/>
            <a:ext cx="5236710" cy="720000"/>
            <a:chOff x="3716598" y="409424"/>
            <a:chExt cx="5236710" cy="720000"/>
          </a:xfrm>
        </p:grpSpPr>
        <p:sp>
          <p:nvSpPr>
            <p:cNvPr id="162" name="Google Shape;162;p25">
              <a:extLst>
                <a:ext uri="{FF2B5EF4-FFF2-40B4-BE49-F238E27FC236}">
                  <a16:creationId xmlns:a16="http://schemas.microsoft.com/office/drawing/2014/main" id="{01251DDB-4AFD-AD48-DE3D-66B78A69DAA6}"/>
                </a:ext>
              </a:extLst>
            </p:cNvPr>
            <p:cNvSpPr/>
            <p:nvPr/>
          </p:nvSpPr>
          <p:spPr>
            <a:xfrm>
              <a:off x="4113708" y="457435"/>
              <a:ext cx="4839600" cy="637500"/>
            </a:xfrm>
            <a:prstGeom prst="roundRect">
              <a:avLst>
                <a:gd name="adj" fmla="val 16667"/>
              </a:avLst>
            </a:prstGeom>
            <a:solidFill>
              <a:srgbClr val="F39000">
                <a:alpha val="69410"/>
              </a:srgbClr>
            </a:solidFill>
            <a:ln>
              <a:noFill/>
            </a:ln>
          </p:spPr>
          <p:txBody>
            <a:bodyPr spcFirstLastPara="1" wrap="square" lIns="661675" tIns="115125" rIns="115125" bIns="115125" anchor="ctr" anchorCtr="0">
              <a:noAutofit/>
            </a:bodyPr>
            <a:lstStyle/>
            <a:p>
              <a:pPr>
                <a:lnSpc>
                  <a:spcPct val="90000"/>
                </a:lnSpc>
                <a:buClr>
                  <a:srgbClr val="000000"/>
                </a:buClr>
                <a:buSzPts val="2200"/>
              </a:pPr>
              <a:r>
                <a:rPr lang="en-US" sz="1900" dirty="0">
                  <a:solidFill>
                    <a:schemeClr val="dk1"/>
                  </a:solidFill>
                  <a:latin typeface="Roboto Medium"/>
                  <a:ea typeface="Roboto Medium"/>
                  <a:cs typeface="Roboto Medium"/>
                  <a:sym typeface="Roboto Medium"/>
                </a:rPr>
                <a:t>Using the Unix terminal with REST APIs</a:t>
              </a:r>
              <a:endParaRPr lang="en-US" sz="1900" dirty="0"/>
            </a:p>
          </p:txBody>
        </p:sp>
        <p:sp>
          <p:nvSpPr>
            <p:cNvPr id="163" name="Google Shape;163;p25">
              <a:extLst>
                <a:ext uri="{FF2B5EF4-FFF2-40B4-BE49-F238E27FC236}">
                  <a16:creationId xmlns:a16="http://schemas.microsoft.com/office/drawing/2014/main" id="{F201275B-556C-53E8-DBD3-296F379EFB1F}"/>
                </a:ext>
              </a:extLst>
            </p:cNvPr>
            <p:cNvSpPr/>
            <p:nvPr/>
          </p:nvSpPr>
          <p:spPr>
            <a:xfrm>
              <a:off x="3716598" y="409424"/>
              <a:ext cx="750600" cy="720000"/>
            </a:xfrm>
            <a:prstGeom prst="ellipse">
              <a:avLst/>
            </a:prstGeom>
            <a:solidFill>
              <a:srgbClr val="FAE2D5"/>
            </a:solidFill>
            <a:ln w="25400" cap="flat" cmpd="sng">
              <a:solidFill>
                <a:srgbClr val="F39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p:txBody>
        </p:sp>
        <p:sp>
          <p:nvSpPr>
            <p:cNvPr id="164" name="Google Shape;164;p25">
              <a:extLst>
                <a:ext uri="{FF2B5EF4-FFF2-40B4-BE49-F238E27FC236}">
                  <a16:creationId xmlns:a16="http://schemas.microsoft.com/office/drawing/2014/main" id="{9F902B23-E20F-1EDA-6B2E-7B1577BDC733}"/>
                </a:ext>
              </a:extLst>
            </p:cNvPr>
            <p:cNvSpPr txBox="1"/>
            <p:nvPr/>
          </p:nvSpPr>
          <p:spPr>
            <a:xfrm>
              <a:off x="3804300" y="538591"/>
              <a:ext cx="595500" cy="461700"/>
            </a:xfrm>
            <a:prstGeom prst="rect">
              <a:avLst/>
            </a:prstGeom>
            <a:noFill/>
            <a:ln>
              <a:noFill/>
            </a:ln>
          </p:spPr>
          <p:txBody>
            <a:bodyPr spcFirstLastPara="1" wrap="square" lIns="91425" tIns="45700" rIns="91425" bIns="45700" anchor="t" anchorCtr="0">
              <a:spAutoFit/>
            </a:bodyPr>
            <a:lstStyle/>
            <a:p>
              <a:pPr>
                <a:buClr>
                  <a:srgbClr val="000000"/>
                </a:buClr>
                <a:buSzPts val="2400"/>
              </a:pPr>
              <a:r>
                <a:rPr lang="en-GB" sz="2400" b="1" dirty="0">
                  <a:solidFill>
                    <a:schemeClr val="dk1"/>
                  </a:solidFill>
                  <a:latin typeface="Roboto Medium"/>
                  <a:ea typeface="Roboto Medium"/>
                  <a:cs typeface="Roboto Medium"/>
                  <a:sym typeface="Roboto Medium"/>
                </a:rPr>
                <a:t>04</a:t>
              </a:r>
              <a:endParaRPr sz="1100" b="1" dirty="0">
                <a:solidFill>
                  <a:schemeClr val="dk1"/>
                </a:solidFill>
                <a:latin typeface="Roboto Medium"/>
                <a:ea typeface="Roboto Medium"/>
                <a:cs typeface="Roboto Medium"/>
                <a:sym typeface="Roboto Medium"/>
              </a:endParaRPr>
            </a:p>
          </p:txBody>
        </p:sp>
      </p:grpSp>
      <p:grpSp>
        <p:nvGrpSpPr>
          <p:cNvPr id="4" name="Group 3">
            <a:extLst>
              <a:ext uri="{FF2B5EF4-FFF2-40B4-BE49-F238E27FC236}">
                <a16:creationId xmlns:a16="http://schemas.microsoft.com/office/drawing/2014/main" id="{603500DA-A41A-D067-7A48-DCC596C396C7}"/>
              </a:ext>
            </a:extLst>
          </p:cNvPr>
          <p:cNvGrpSpPr/>
          <p:nvPr/>
        </p:nvGrpSpPr>
        <p:grpSpPr>
          <a:xfrm>
            <a:off x="6381832" y="2220386"/>
            <a:ext cx="5218907" cy="4401205"/>
            <a:chOff x="6494953" y="2374280"/>
            <a:chExt cx="5218907" cy="4401205"/>
          </a:xfrm>
        </p:grpSpPr>
        <p:sp>
          <p:nvSpPr>
            <p:cNvPr id="3" name="TextBox 2">
              <a:extLst>
                <a:ext uri="{FF2B5EF4-FFF2-40B4-BE49-F238E27FC236}">
                  <a16:creationId xmlns:a16="http://schemas.microsoft.com/office/drawing/2014/main" id="{4337989A-BC45-D63D-810A-823A37D4630F}"/>
                </a:ext>
              </a:extLst>
            </p:cNvPr>
            <p:cNvSpPr txBox="1"/>
            <p:nvPr/>
          </p:nvSpPr>
          <p:spPr>
            <a:xfrm>
              <a:off x="6494953" y="2374280"/>
              <a:ext cx="5218907" cy="4401205"/>
            </a:xfrm>
            <a:prstGeom prst="rect">
              <a:avLst/>
            </a:prstGeom>
            <a:noFill/>
          </p:spPr>
          <p:txBody>
            <a:bodyPr wrap="square">
              <a:spAutoFit/>
            </a:bodyPr>
            <a:lstStyle/>
            <a:p>
              <a:pPr marL="457200" indent="-457200">
                <a:buFont typeface="+mj-lt"/>
                <a:buAutoNum type="arabicPeriod"/>
                <a:defRPr sz="2000"/>
              </a:pPr>
              <a:r>
                <a:rPr lang="en-US" dirty="0">
                  <a:solidFill>
                    <a:schemeClr val="bg2">
                      <a:lumMod val="85000"/>
                    </a:schemeClr>
                  </a:solidFill>
                </a:rPr>
                <a:t>The Unix terminal allows HTTP requests using `</a:t>
              </a:r>
              <a:r>
                <a:rPr lang="en-US" b="1" i="1" dirty="0">
                  <a:solidFill>
                    <a:schemeClr val="bg2">
                      <a:lumMod val="85000"/>
                    </a:schemeClr>
                  </a:solidFill>
                </a:rPr>
                <a:t>curl</a:t>
              </a:r>
              <a:r>
                <a:rPr lang="en-US" dirty="0">
                  <a:solidFill>
                    <a:schemeClr val="bg2">
                      <a:lumMod val="85000"/>
                    </a:schemeClr>
                  </a:solidFill>
                </a:rPr>
                <a:t>`.</a:t>
              </a:r>
            </a:p>
            <a:p>
              <a:pPr>
                <a:defRPr sz="2000"/>
              </a:pPr>
              <a:endParaRPr lang="en-US" dirty="0">
                <a:solidFill>
                  <a:schemeClr val="bg2">
                    <a:lumMod val="85000"/>
                  </a:schemeClr>
                </a:solidFill>
              </a:endParaRPr>
            </a:p>
            <a:p>
              <a:pPr>
                <a:defRPr sz="2000"/>
              </a:pPr>
              <a:r>
                <a:rPr lang="en-US" dirty="0">
                  <a:solidFill>
                    <a:schemeClr val="bg2">
                      <a:lumMod val="85000"/>
                    </a:schemeClr>
                  </a:solidFill>
                </a:rPr>
                <a:t>`</a:t>
              </a:r>
              <a:r>
                <a:rPr lang="en-US" b="1" i="1" dirty="0">
                  <a:solidFill>
                    <a:schemeClr val="bg2">
                      <a:lumMod val="85000"/>
                    </a:schemeClr>
                  </a:solidFill>
                </a:rPr>
                <a:t>curl</a:t>
              </a:r>
              <a:r>
                <a:rPr lang="en-US" dirty="0">
                  <a:solidFill>
                    <a:schemeClr val="bg2">
                      <a:lumMod val="85000"/>
                    </a:schemeClr>
                  </a:solidFill>
                </a:rPr>
                <a:t>` = client URL: send requests and receive responses.</a:t>
              </a:r>
            </a:p>
            <a:p>
              <a:pPr>
                <a:defRPr sz="2000"/>
              </a:pPr>
              <a:endParaRPr lang="en-US" dirty="0">
                <a:solidFill>
                  <a:schemeClr val="bg2">
                    <a:lumMod val="85000"/>
                  </a:schemeClr>
                </a:solidFill>
              </a:endParaRPr>
            </a:p>
            <a:p>
              <a:pPr>
                <a:defRPr sz="2000"/>
              </a:pPr>
              <a:r>
                <a:rPr lang="en-US" dirty="0">
                  <a:solidFill>
                    <a:schemeClr val="bg2">
                      <a:lumMod val="85000"/>
                    </a:schemeClr>
                  </a:solidFill>
                </a:rPr>
                <a:t>Examples:</a:t>
              </a:r>
            </a:p>
            <a:p>
              <a:pPr>
                <a:defRPr sz="2000"/>
              </a:pPr>
              <a:r>
                <a:rPr lang="en-US" dirty="0">
                  <a:solidFill>
                    <a:schemeClr val="bg2">
                      <a:lumMod val="85000"/>
                    </a:schemeClr>
                  </a:solidFill>
                </a:rPr>
                <a:t>curl -X &lt;HTTP_METHOD&gt; &lt;URL&gt; \</a:t>
              </a:r>
            </a:p>
            <a:p>
              <a:pPr>
                <a:defRPr sz="2000"/>
              </a:pPr>
              <a:r>
                <a:rPr lang="en-US" dirty="0">
                  <a:solidFill>
                    <a:schemeClr val="bg2">
                      <a:lumMod val="85000"/>
                    </a:schemeClr>
                  </a:solidFill>
                </a:rPr>
                <a:t>     -H </a:t>
              </a:r>
              <a:r>
                <a:rPr lang="en-US" b="1" dirty="0">
                  <a:solidFill>
                    <a:schemeClr val="bg2">
                      <a:lumMod val="85000"/>
                    </a:schemeClr>
                  </a:solidFill>
                </a:rPr>
                <a:t>"&lt;HEADER_KEY&gt;: </a:t>
              </a:r>
              <a:r>
                <a:rPr lang="en-US" dirty="0">
                  <a:solidFill>
                    <a:schemeClr val="bg2">
                      <a:lumMod val="85000"/>
                    </a:schemeClr>
                  </a:solidFill>
                </a:rPr>
                <a:t>&lt;HEADER_VALUE&gt;" \</a:t>
              </a:r>
            </a:p>
            <a:p>
              <a:pPr>
                <a:defRPr sz="2000"/>
              </a:pPr>
              <a:r>
                <a:rPr lang="en-US" dirty="0">
                  <a:solidFill>
                    <a:schemeClr val="bg2">
                      <a:lumMod val="85000"/>
                    </a:schemeClr>
                  </a:solidFill>
                </a:rPr>
                <a:t>     -d '&lt;BODY_DATA&gt;'</a:t>
              </a:r>
            </a:p>
            <a:p>
              <a:pPr>
                <a:defRPr sz="2000"/>
              </a:pPr>
              <a:endParaRPr lang="en-US" dirty="0">
                <a:solidFill>
                  <a:schemeClr val="bg2">
                    <a:lumMod val="85000"/>
                  </a:schemeClr>
                </a:solidFill>
              </a:endParaRPr>
            </a:p>
            <a:p>
              <a:pPr>
                <a:defRPr sz="2000"/>
              </a:pPr>
              <a:endParaRPr lang="en-US" dirty="0">
                <a:solidFill>
                  <a:schemeClr val="bg2">
                    <a:lumMod val="85000"/>
                  </a:schemeClr>
                </a:solidFill>
              </a:endParaRPr>
            </a:p>
            <a:p>
              <a:pPr>
                <a:defRPr sz="2000"/>
              </a:pPr>
              <a:r>
                <a:rPr lang="en-US" dirty="0">
                  <a:solidFill>
                    <a:schemeClr val="bg2">
                      <a:lumMod val="85000"/>
                    </a:schemeClr>
                  </a:solidFill>
                </a:rPr>
                <a:t>&lt;HTTP_METHOD&gt;: </a:t>
              </a:r>
            </a:p>
          </p:txBody>
        </p:sp>
        <p:sp>
          <p:nvSpPr>
            <p:cNvPr id="2" name="Rectangle 1">
              <a:extLst>
                <a:ext uri="{FF2B5EF4-FFF2-40B4-BE49-F238E27FC236}">
                  <a16:creationId xmlns:a16="http://schemas.microsoft.com/office/drawing/2014/main" id="{1033832F-CAA3-FADD-A311-5B91E40E8F48}"/>
                </a:ext>
              </a:extLst>
            </p:cNvPr>
            <p:cNvSpPr>
              <a:spLocks noChangeArrowheads="1"/>
            </p:cNvSpPr>
            <p:nvPr/>
          </p:nvSpPr>
          <p:spPr bwMode="auto">
            <a:xfrm>
              <a:off x="8648004" y="5596298"/>
              <a:ext cx="267893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nl-NL" altLang="nl-NL" sz="1400" b="0" i="0" u="none" strike="noStrike" cap="none" normalizeH="0" baseline="0" dirty="0">
                <a:ln>
                  <a:noFill/>
                </a:ln>
                <a:solidFill>
                  <a:schemeClr val="bg2">
                    <a:lumMod val="85000"/>
                  </a:schemeClr>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400" b="0" i="0" u="none" strike="noStrike" cap="none" normalizeH="0" baseline="0" dirty="0">
                  <a:ln>
                    <a:noFill/>
                  </a:ln>
                  <a:solidFill>
                    <a:schemeClr val="bg2">
                      <a:lumMod val="85000"/>
                    </a:schemeClr>
                  </a:solidFill>
                  <a:effectLst/>
                  <a:latin typeface="Arial Unicode MS"/>
                </a:rPr>
                <a:t>GET</a:t>
              </a:r>
              <a:r>
                <a:rPr kumimoji="0" lang="nl-NL" altLang="nl-NL" sz="1100" b="0" i="0" u="none" strike="noStrike" cap="none" normalizeH="0" baseline="0" dirty="0">
                  <a:ln>
                    <a:noFill/>
                  </a:ln>
                  <a:solidFill>
                    <a:schemeClr val="bg2">
                      <a:lumMod val="85000"/>
                    </a:schemeClr>
                  </a:solidFill>
                  <a:effectLst/>
                </a:rPr>
                <a:t> → </a:t>
              </a:r>
              <a:r>
                <a:rPr kumimoji="0" lang="nl-NL" altLang="nl-NL" sz="1100" b="0" i="0" u="none" strike="noStrike" cap="none" normalizeH="0" baseline="0" dirty="0" err="1">
                  <a:ln>
                    <a:noFill/>
                  </a:ln>
                  <a:solidFill>
                    <a:schemeClr val="bg2">
                      <a:lumMod val="85000"/>
                    </a:schemeClr>
                  </a:solidFill>
                  <a:effectLst/>
                </a:rPr>
                <a:t>retrieve</a:t>
              </a:r>
              <a:r>
                <a:rPr kumimoji="0" lang="nl-NL" altLang="nl-NL" sz="1100" b="0" i="0" u="none" strike="noStrike" cap="none" normalizeH="0" baseline="0" dirty="0">
                  <a:ln>
                    <a:noFill/>
                  </a:ln>
                  <a:solidFill>
                    <a:schemeClr val="bg2">
                      <a:lumMod val="85000"/>
                    </a:schemeClr>
                  </a:solidFill>
                  <a:effectLst/>
                </a:rPr>
                <a:t> data (default </a:t>
              </a:r>
              <a:r>
                <a:rPr kumimoji="0" lang="nl-NL" altLang="nl-NL" sz="1100" b="0" i="0" u="none" strike="noStrike" cap="none" normalizeH="0" baseline="0" dirty="0" err="1">
                  <a:ln>
                    <a:noFill/>
                  </a:ln>
                  <a:solidFill>
                    <a:schemeClr val="bg2">
                      <a:lumMod val="85000"/>
                    </a:schemeClr>
                  </a:solidFill>
                  <a:effectLst/>
                </a:rPr>
                <a:t>method</a:t>
              </a:r>
              <a:r>
                <a:rPr kumimoji="0" lang="nl-NL" altLang="nl-NL" sz="1100" b="0" i="0" u="none" strike="noStrike" cap="none" normalizeH="0" baseline="0" dirty="0">
                  <a:ln>
                    <a:noFill/>
                  </a:ln>
                  <a:solidFill>
                    <a:schemeClr val="bg2">
                      <a:lumMod val="85000"/>
                    </a:schemeClr>
                  </a:solidFill>
                  <a:effectLst/>
                </a:rPr>
                <a:t>)</a:t>
              </a:r>
              <a:endParaRPr kumimoji="0" lang="nl-NL" altLang="nl-NL" sz="3200" b="0" i="0" u="none" strike="noStrike" cap="none" normalizeH="0" baseline="0" dirty="0">
                <a:ln>
                  <a:noFill/>
                </a:ln>
                <a:solidFill>
                  <a:schemeClr val="bg2">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400" b="0" i="0" u="none" strike="noStrike" cap="none" normalizeH="0" baseline="0" dirty="0">
                  <a:ln>
                    <a:noFill/>
                  </a:ln>
                  <a:solidFill>
                    <a:schemeClr val="bg2">
                      <a:lumMod val="85000"/>
                    </a:schemeClr>
                  </a:solidFill>
                  <a:effectLst/>
                  <a:latin typeface="Arial Unicode MS"/>
                </a:rPr>
                <a:t>POST</a:t>
              </a:r>
              <a:r>
                <a:rPr kumimoji="0" lang="nl-NL" altLang="nl-NL" sz="1100" b="0" i="0" u="none" strike="noStrike" cap="none" normalizeH="0" baseline="0" dirty="0">
                  <a:ln>
                    <a:noFill/>
                  </a:ln>
                  <a:solidFill>
                    <a:schemeClr val="bg2">
                      <a:lumMod val="85000"/>
                    </a:schemeClr>
                  </a:solidFill>
                  <a:effectLst/>
                </a:rPr>
                <a:t> → </a:t>
              </a:r>
              <a:r>
                <a:rPr kumimoji="0" lang="nl-NL" altLang="nl-NL" sz="1100" b="0" i="0" u="none" strike="noStrike" cap="none" normalizeH="0" baseline="0" dirty="0" err="1">
                  <a:ln>
                    <a:noFill/>
                  </a:ln>
                  <a:solidFill>
                    <a:schemeClr val="bg2">
                      <a:lumMod val="85000"/>
                    </a:schemeClr>
                  </a:solidFill>
                  <a:effectLst/>
                </a:rPr>
                <a:t>send</a:t>
              </a:r>
              <a:r>
                <a:rPr kumimoji="0" lang="nl-NL" altLang="nl-NL" sz="1100" b="0" i="0" u="none" strike="noStrike" cap="none" normalizeH="0" baseline="0" dirty="0">
                  <a:ln>
                    <a:noFill/>
                  </a:ln>
                  <a:solidFill>
                    <a:schemeClr val="bg2">
                      <a:lumMod val="85000"/>
                    </a:schemeClr>
                  </a:solidFill>
                  <a:effectLst/>
                </a:rPr>
                <a:t> data</a:t>
              </a:r>
              <a:endParaRPr kumimoji="0" lang="nl-NL" altLang="nl-NL" sz="3200" b="0" i="0" u="none" strike="noStrike" cap="none" normalizeH="0" baseline="0" dirty="0">
                <a:ln>
                  <a:noFill/>
                </a:ln>
                <a:solidFill>
                  <a:schemeClr val="bg2">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400" b="0" i="0" u="none" strike="noStrike" cap="none" normalizeH="0" baseline="0" dirty="0">
                  <a:ln>
                    <a:noFill/>
                  </a:ln>
                  <a:solidFill>
                    <a:schemeClr val="bg2">
                      <a:lumMod val="85000"/>
                    </a:schemeClr>
                  </a:solidFill>
                  <a:effectLst/>
                  <a:latin typeface="Arial Unicode MS"/>
                </a:rPr>
                <a:t>PUT</a:t>
              </a:r>
              <a:r>
                <a:rPr kumimoji="0" lang="nl-NL" altLang="nl-NL" sz="1100" b="0" i="0" u="none" strike="noStrike" cap="none" normalizeH="0" baseline="0" dirty="0">
                  <a:ln>
                    <a:noFill/>
                  </a:ln>
                  <a:solidFill>
                    <a:schemeClr val="bg2">
                      <a:lumMod val="85000"/>
                    </a:schemeClr>
                  </a:solidFill>
                  <a:effectLst/>
                </a:rPr>
                <a:t> → update data</a:t>
              </a:r>
              <a:endParaRPr kumimoji="0" lang="nl-NL" altLang="nl-NL" sz="3200" b="0" i="0" u="none" strike="noStrike" cap="none" normalizeH="0" baseline="0" dirty="0">
                <a:ln>
                  <a:noFill/>
                </a:ln>
                <a:solidFill>
                  <a:schemeClr val="bg2">
                    <a:lumMod val="8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400" b="0" i="0" u="none" strike="noStrike" cap="none" normalizeH="0" baseline="0" dirty="0">
                  <a:ln>
                    <a:noFill/>
                  </a:ln>
                  <a:solidFill>
                    <a:schemeClr val="bg2">
                      <a:lumMod val="85000"/>
                    </a:schemeClr>
                  </a:solidFill>
                  <a:effectLst/>
                  <a:latin typeface="Arial Unicode MS"/>
                </a:rPr>
                <a:t>DELETE</a:t>
              </a:r>
              <a:r>
                <a:rPr kumimoji="0" lang="nl-NL" altLang="nl-NL" sz="1100" b="0" i="0" u="none" strike="noStrike" cap="none" normalizeH="0" baseline="0" dirty="0">
                  <a:ln>
                    <a:noFill/>
                  </a:ln>
                  <a:solidFill>
                    <a:schemeClr val="bg2">
                      <a:lumMod val="85000"/>
                    </a:schemeClr>
                  </a:solidFill>
                  <a:effectLst/>
                </a:rPr>
                <a:t> → </a:t>
              </a:r>
              <a:r>
                <a:rPr kumimoji="0" lang="nl-NL" altLang="nl-NL" sz="1100" b="0" i="0" u="none" strike="noStrike" cap="none" normalizeH="0" baseline="0" dirty="0" err="1">
                  <a:ln>
                    <a:noFill/>
                  </a:ln>
                  <a:solidFill>
                    <a:schemeClr val="bg2">
                      <a:lumMod val="85000"/>
                    </a:schemeClr>
                  </a:solidFill>
                  <a:effectLst/>
                </a:rPr>
                <a:t>remove</a:t>
              </a:r>
              <a:r>
                <a:rPr kumimoji="0" lang="nl-NL" altLang="nl-NL" sz="1100" b="0" i="0" u="none" strike="noStrike" cap="none" normalizeH="0" baseline="0" dirty="0">
                  <a:ln>
                    <a:noFill/>
                  </a:ln>
                  <a:solidFill>
                    <a:schemeClr val="bg2">
                      <a:lumMod val="85000"/>
                    </a:schemeClr>
                  </a:solidFill>
                  <a:effectLst/>
                </a:rPr>
                <a:t> data</a:t>
              </a:r>
              <a:endParaRPr kumimoji="0" lang="nl-NL" altLang="nl-NL" sz="3200" b="0" i="0" u="none" strike="noStrike" cap="none" normalizeH="0" baseline="0" dirty="0">
                <a:ln>
                  <a:noFill/>
                </a:ln>
                <a:solidFill>
                  <a:schemeClr val="bg2">
                    <a:lumMod val="85000"/>
                  </a:schemeClr>
                </a:solidFill>
                <a:effectLst/>
                <a:latin typeface="Arial" panose="020B0604020202020204" pitchFamily="34" charset="0"/>
              </a:endParaRPr>
            </a:p>
          </p:txBody>
        </p:sp>
      </p:grpSp>
    </p:spTree>
    <p:extLst>
      <p:ext uri="{BB962C8B-B14F-4D97-AF65-F5344CB8AC3E}">
        <p14:creationId xmlns:p14="http://schemas.microsoft.com/office/powerpoint/2010/main" val="63339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7">
          <a:extLst>
            <a:ext uri="{FF2B5EF4-FFF2-40B4-BE49-F238E27FC236}">
              <a16:creationId xmlns:a16="http://schemas.microsoft.com/office/drawing/2014/main" id="{4AA88F86-45B7-4CB3-A6B8-702E048E69EA}"/>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5ED1F360-396C-E569-6A90-74DAF0C1E6A9}"/>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F347473E-8E6C-F987-D1E2-0D09D1CFA8A3}"/>
              </a:ext>
            </a:extLst>
          </p:cNvPr>
          <p:cNvSpPr txBox="1"/>
          <p:nvPr/>
        </p:nvSpPr>
        <p:spPr>
          <a:xfrm>
            <a:off x="1523994" y="2857751"/>
            <a:ext cx="4080600" cy="1446509"/>
          </a:xfrm>
          <a:prstGeom prst="rect">
            <a:avLst/>
          </a:prstGeom>
          <a:noFill/>
          <a:ln>
            <a:noFill/>
          </a:ln>
        </p:spPr>
        <p:txBody>
          <a:bodyPr spcFirstLastPara="1" wrap="square" lIns="91425" tIns="45700" rIns="91425" bIns="45700" anchor="t" anchorCtr="0">
            <a:spAutoFit/>
          </a:bodyPr>
          <a:lstStyle/>
          <a:p>
            <a:pPr algn="ctr"/>
            <a:r>
              <a:rPr lang="en-GB" sz="4400" dirty="0">
                <a:solidFill>
                  <a:schemeClr val="bg2">
                    <a:lumMod val="95000"/>
                  </a:schemeClr>
                </a:solidFill>
                <a:latin typeface="+mj-lt"/>
                <a:sym typeface="Caveat"/>
              </a:rPr>
              <a:t>Introduction</a:t>
            </a:r>
            <a:r>
              <a:rPr lang="en-GB" sz="4400" dirty="0">
                <a:solidFill>
                  <a:schemeClr val="bg2">
                    <a:lumMod val="95000"/>
                  </a:schemeClr>
                </a:solidFill>
                <a:latin typeface="Caveat"/>
                <a:sym typeface="Caveat"/>
              </a:rPr>
              <a:t> to APIs</a:t>
            </a:r>
            <a:endParaRPr dirty="0">
              <a:solidFill>
                <a:schemeClr val="bg2">
                  <a:lumMod val="95000"/>
                </a:schemeClr>
              </a:solidFill>
            </a:endParaRPr>
          </a:p>
        </p:txBody>
      </p:sp>
      <p:sp>
        <p:nvSpPr>
          <p:cNvPr id="160" name="Google Shape;160;p25">
            <a:extLst>
              <a:ext uri="{FF2B5EF4-FFF2-40B4-BE49-F238E27FC236}">
                <a16:creationId xmlns:a16="http://schemas.microsoft.com/office/drawing/2014/main" id="{79F54AD4-987E-2FA0-296C-E1772524FADD}"/>
              </a:ext>
            </a:extLst>
          </p:cNvPr>
          <p:cNvSpPr/>
          <p:nvPr/>
        </p:nvSpPr>
        <p:spPr>
          <a:xfrm>
            <a:off x="-822968" y="311240"/>
            <a:ext cx="7204800" cy="7297200"/>
          </a:xfrm>
          <a:prstGeom prst="blockArc">
            <a:avLst>
              <a:gd name="adj1" fmla="val 17060839"/>
              <a:gd name="adj2" fmla="val 6939771"/>
              <a:gd name="adj3" fmla="val 0"/>
            </a:avLst>
          </a:prstGeom>
          <a:solidFill>
            <a:srgbClr val="F39000"/>
          </a:solidFill>
          <a:ln w="38100" cap="flat" cmpd="sng">
            <a:solidFill>
              <a:srgbClr val="FFC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p:txBody>
      </p:sp>
      <p:grpSp>
        <p:nvGrpSpPr>
          <p:cNvPr id="161" name="Google Shape;161;p25">
            <a:extLst>
              <a:ext uri="{FF2B5EF4-FFF2-40B4-BE49-F238E27FC236}">
                <a16:creationId xmlns:a16="http://schemas.microsoft.com/office/drawing/2014/main" id="{13E408FE-FEB2-E81F-A73F-F2C8A05EF264}"/>
              </a:ext>
            </a:extLst>
          </p:cNvPr>
          <p:cNvGrpSpPr/>
          <p:nvPr/>
        </p:nvGrpSpPr>
        <p:grpSpPr>
          <a:xfrm>
            <a:off x="5240598" y="1266674"/>
            <a:ext cx="5236710" cy="720000"/>
            <a:chOff x="3716598" y="409424"/>
            <a:chExt cx="5236710" cy="720000"/>
          </a:xfrm>
        </p:grpSpPr>
        <p:sp>
          <p:nvSpPr>
            <p:cNvPr id="162" name="Google Shape;162;p25">
              <a:extLst>
                <a:ext uri="{FF2B5EF4-FFF2-40B4-BE49-F238E27FC236}">
                  <a16:creationId xmlns:a16="http://schemas.microsoft.com/office/drawing/2014/main" id="{7F9FDFE7-90DB-3893-182D-67007E2D28F1}"/>
                </a:ext>
              </a:extLst>
            </p:cNvPr>
            <p:cNvSpPr/>
            <p:nvPr/>
          </p:nvSpPr>
          <p:spPr>
            <a:xfrm>
              <a:off x="4113708" y="457435"/>
              <a:ext cx="4839600" cy="637500"/>
            </a:xfrm>
            <a:prstGeom prst="roundRect">
              <a:avLst>
                <a:gd name="adj" fmla="val 16667"/>
              </a:avLst>
            </a:prstGeom>
            <a:solidFill>
              <a:srgbClr val="F39000">
                <a:alpha val="69410"/>
              </a:srgbClr>
            </a:solidFill>
            <a:ln>
              <a:noFill/>
            </a:ln>
          </p:spPr>
          <p:txBody>
            <a:bodyPr spcFirstLastPara="1" wrap="square" lIns="661675" tIns="115125" rIns="115125" bIns="115125" anchor="ctr" anchorCtr="0">
              <a:noAutofit/>
            </a:bodyPr>
            <a:lstStyle/>
            <a:p>
              <a:pPr>
                <a:lnSpc>
                  <a:spcPct val="90000"/>
                </a:lnSpc>
                <a:buClr>
                  <a:srgbClr val="000000"/>
                </a:buClr>
                <a:buSzPts val="2200"/>
              </a:pPr>
              <a:r>
                <a:rPr lang="en-US" sz="1900" dirty="0">
                  <a:solidFill>
                    <a:schemeClr val="dk1"/>
                  </a:solidFill>
                  <a:latin typeface="Roboto Medium"/>
                  <a:ea typeface="Roboto Medium"/>
                  <a:cs typeface="Roboto Medium"/>
                  <a:sym typeface="Roboto Medium"/>
                </a:rPr>
                <a:t>The Web API of 4TU.ResearchData</a:t>
              </a:r>
              <a:endParaRPr lang="en-US" sz="1900" dirty="0"/>
            </a:p>
          </p:txBody>
        </p:sp>
        <p:sp>
          <p:nvSpPr>
            <p:cNvPr id="163" name="Google Shape;163;p25">
              <a:extLst>
                <a:ext uri="{FF2B5EF4-FFF2-40B4-BE49-F238E27FC236}">
                  <a16:creationId xmlns:a16="http://schemas.microsoft.com/office/drawing/2014/main" id="{34A1A2D3-D0BA-951C-8EB2-00C8C947C51A}"/>
                </a:ext>
              </a:extLst>
            </p:cNvPr>
            <p:cNvSpPr/>
            <p:nvPr/>
          </p:nvSpPr>
          <p:spPr>
            <a:xfrm>
              <a:off x="3716598" y="409424"/>
              <a:ext cx="750600" cy="720000"/>
            </a:xfrm>
            <a:prstGeom prst="ellipse">
              <a:avLst/>
            </a:prstGeom>
            <a:solidFill>
              <a:srgbClr val="FAE2D5"/>
            </a:solidFill>
            <a:ln w="25400" cap="flat" cmpd="sng">
              <a:solidFill>
                <a:srgbClr val="F39000"/>
              </a:solidFill>
              <a:prstDash val="solid"/>
              <a:round/>
              <a:headEnd type="none" w="sm" len="sm"/>
              <a:tailEnd type="none" w="sm" len="sm"/>
            </a:ln>
          </p:spPr>
          <p:txBody>
            <a:bodyPr spcFirstLastPara="1" wrap="square" lIns="91425" tIns="45700" rIns="91425" bIns="45700" anchor="t" anchorCtr="0">
              <a:noAutofit/>
            </a:bodyPr>
            <a:lstStyle/>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a:p>
              <a:pPr>
                <a:buClr>
                  <a:srgbClr val="000000"/>
                </a:buClr>
                <a:buSzPts val="1867"/>
              </a:pPr>
              <a:endParaRPr sz="1867">
                <a:solidFill>
                  <a:schemeClr val="dk1"/>
                </a:solidFill>
                <a:latin typeface="Quattrocento Sans"/>
                <a:ea typeface="Quattrocento Sans"/>
                <a:cs typeface="Quattrocento Sans"/>
                <a:sym typeface="Quattrocento Sans"/>
              </a:endParaRPr>
            </a:p>
          </p:txBody>
        </p:sp>
        <p:sp>
          <p:nvSpPr>
            <p:cNvPr id="164" name="Google Shape;164;p25">
              <a:extLst>
                <a:ext uri="{FF2B5EF4-FFF2-40B4-BE49-F238E27FC236}">
                  <a16:creationId xmlns:a16="http://schemas.microsoft.com/office/drawing/2014/main" id="{2E0B993F-9170-663C-8D1B-CCB494AAF9EB}"/>
                </a:ext>
              </a:extLst>
            </p:cNvPr>
            <p:cNvSpPr txBox="1"/>
            <p:nvPr/>
          </p:nvSpPr>
          <p:spPr>
            <a:xfrm>
              <a:off x="3804300" y="538591"/>
              <a:ext cx="595500" cy="461700"/>
            </a:xfrm>
            <a:prstGeom prst="rect">
              <a:avLst/>
            </a:prstGeom>
            <a:noFill/>
            <a:ln>
              <a:noFill/>
            </a:ln>
          </p:spPr>
          <p:txBody>
            <a:bodyPr spcFirstLastPara="1" wrap="square" lIns="91425" tIns="45700" rIns="91425" bIns="45700" anchor="t" anchorCtr="0">
              <a:spAutoFit/>
            </a:bodyPr>
            <a:lstStyle/>
            <a:p>
              <a:pPr>
                <a:buClr>
                  <a:srgbClr val="000000"/>
                </a:buClr>
                <a:buSzPts val="2400"/>
              </a:pPr>
              <a:r>
                <a:rPr lang="en-GB" sz="2400" b="1" dirty="0">
                  <a:solidFill>
                    <a:schemeClr val="dk1"/>
                  </a:solidFill>
                  <a:latin typeface="Roboto Medium"/>
                  <a:ea typeface="Roboto Medium"/>
                  <a:cs typeface="Roboto Medium"/>
                  <a:sym typeface="Roboto Medium"/>
                </a:rPr>
                <a:t>05</a:t>
              </a:r>
              <a:endParaRPr sz="1100" b="1" dirty="0">
                <a:solidFill>
                  <a:schemeClr val="dk1"/>
                </a:solidFill>
                <a:latin typeface="Roboto Medium"/>
                <a:ea typeface="Roboto Medium"/>
                <a:cs typeface="Roboto Medium"/>
                <a:sym typeface="Roboto Medium"/>
              </a:endParaRPr>
            </a:p>
          </p:txBody>
        </p:sp>
      </p:grpSp>
      <p:sp>
        <p:nvSpPr>
          <p:cNvPr id="3" name="TextBox 2">
            <a:extLst>
              <a:ext uri="{FF2B5EF4-FFF2-40B4-BE49-F238E27FC236}">
                <a16:creationId xmlns:a16="http://schemas.microsoft.com/office/drawing/2014/main" id="{B4B3B3B9-4438-0B45-07B6-BBBA55CAA402}"/>
              </a:ext>
            </a:extLst>
          </p:cNvPr>
          <p:cNvSpPr txBox="1"/>
          <p:nvPr/>
        </p:nvSpPr>
        <p:spPr>
          <a:xfrm>
            <a:off x="6459596" y="2236881"/>
            <a:ext cx="5218907" cy="3170099"/>
          </a:xfrm>
          <a:prstGeom prst="rect">
            <a:avLst/>
          </a:prstGeom>
          <a:noFill/>
        </p:spPr>
        <p:txBody>
          <a:bodyPr wrap="square">
            <a:spAutoFit/>
          </a:bodyPr>
          <a:lstStyle/>
          <a:p>
            <a:pPr>
              <a:defRPr sz="2000"/>
            </a:pPr>
            <a:r>
              <a:rPr lang="en-US" dirty="0">
                <a:solidFill>
                  <a:schemeClr val="bg2">
                    <a:lumMod val="95000"/>
                  </a:schemeClr>
                </a:solidFill>
              </a:rPr>
              <a:t>[base URL] : </a:t>
            </a:r>
            <a:r>
              <a:rPr lang="en-US" dirty="0">
                <a:solidFill>
                  <a:schemeClr val="accent1">
                    <a:lumMod val="40000"/>
                    <a:lumOff val="60000"/>
                  </a:schemeClr>
                </a:solidFill>
                <a:hlinkClick r:id="rId4">
                  <a:extLst>
                    <a:ext uri="{A12FA001-AC4F-418D-AE19-62706E023703}">
                      <ahyp:hlinkClr xmlns:ahyp="http://schemas.microsoft.com/office/drawing/2018/hyperlinkcolor" val="tx"/>
                    </a:ext>
                  </a:extLst>
                </a:hlinkClick>
              </a:rPr>
              <a:t>https://data.4tu.nl</a:t>
            </a:r>
            <a:endParaRPr lang="en-US" dirty="0">
              <a:solidFill>
                <a:schemeClr val="accent1">
                  <a:lumMod val="40000"/>
                  <a:lumOff val="60000"/>
                </a:schemeClr>
              </a:solidFill>
            </a:endParaRPr>
          </a:p>
          <a:p>
            <a:pPr>
              <a:defRPr sz="2000"/>
            </a:pPr>
            <a:endParaRPr lang="en-US" dirty="0">
              <a:solidFill>
                <a:schemeClr val="bg2">
                  <a:lumMod val="95000"/>
                </a:schemeClr>
              </a:solidFill>
            </a:endParaRPr>
          </a:p>
          <a:p>
            <a:pPr>
              <a:defRPr sz="2000"/>
            </a:pPr>
            <a:r>
              <a:rPr lang="en-US" dirty="0">
                <a:solidFill>
                  <a:schemeClr val="bg2">
                    <a:lumMod val="95000"/>
                  </a:schemeClr>
                </a:solidFill>
              </a:rPr>
              <a:t>[specific resource </a:t>
            </a:r>
            <a:r>
              <a:rPr lang="en-US" dirty="0">
                <a:solidFill>
                  <a:schemeClr val="bg2">
                    <a:lumMod val="95000"/>
                  </a:schemeClr>
                </a:solidFill>
                <a:hlinkClick r:id="rId5">
                  <a:extLst>
                    <a:ext uri="{A12FA001-AC4F-418D-AE19-62706E023703}">
                      <ahyp:hlinkClr xmlns:ahyp="http://schemas.microsoft.com/office/drawing/2018/hyperlinkcolor" val="tx"/>
                    </a:ext>
                  </a:extLst>
                </a:hlinkClick>
              </a:rPr>
              <a:t>URL:endpoint</a:t>
            </a:r>
            <a:r>
              <a:rPr lang="en-US" dirty="0">
                <a:solidFill>
                  <a:schemeClr val="bg2">
                    <a:lumMod val="95000"/>
                  </a:schemeClr>
                </a:solidFill>
              </a:rPr>
              <a:t>]: </a:t>
            </a:r>
            <a:r>
              <a:rPr lang="en-US" dirty="0">
                <a:solidFill>
                  <a:schemeClr val="accent1">
                    <a:lumMod val="40000"/>
                    <a:lumOff val="60000"/>
                  </a:schemeClr>
                </a:solidFill>
                <a:hlinkClick r:id="rId6">
                  <a:extLst>
                    <a:ext uri="{A12FA001-AC4F-418D-AE19-62706E023703}">
                      <ahyp:hlinkClr xmlns:ahyp="http://schemas.microsoft.com/office/drawing/2018/hyperlinkcolor" val="tx"/>
                    </a:ext>
                  </a:extLst>
                </a:hlinkClick>
              </a:rPr>
              <a:t>https://data.4tu.nl/v2/articles</a:t>
            </a:r>
            <a:endParaRPr lang="en-US" dirty="0">
              <a:solidFill>
                <a:schemeClr val="accent1">
                  <a:lumMod val="40000"/>
                  <a:lumOff val="60000"/>
                </a:schemeClr>
              </a:solidFill>
            </a:endParaRPr>
          </a:p>
          <a:p>
            <a:pPr>
              <a:defRPr sz="2000"/>
            </a:pPr>
            <a:endParaRPr lang="en-US" dirty="0">
              <a:solidFill>
                <a:schemeClr val="bg2">
                  <a:lumMod val="95000"/>
                </a:schemeClr>
              </a:solidFill>
            </a:endParaRPr>
          </a:p>
          <a:p>
            <a:pPr>
              <a:defRPr sz="2000"/>
            </a:pPr>
            <a:r>
              <a:rPr lang="en-US" dirty="0">
                <a:solidFill>
                  <a:schemeClr val="bg2">
                    <a:lumMod val="95000"/>
                  </a:schemeClr>
                </a:solidFill>
              </a:rPr>
              <a:t>List of </a:t>
            </a:r>
            <a:r>
              <a:rPr lang="en-US" i="1" dirty="0">
                <a:solidFill>
                  <a:schemeClr val="bg2">
                    <a:lumMod val="95000"/>
                  </a:schemeClr>
                </a:solidFill>
              </a:rPr>
              <a:t>(documented) </a:t>
            </a:r>
            <a:r>
              <a:rPr lang="en-US" dirty="0">
                <a:solidFill>
                  <a:schemeClr val="bg2">
                    <a:lumMod val="95000"/>
                  </a:schemeClr>
                </a:solidFill>
              </a:rPr>
              <a:t>endpoints: </a:t>
            </a:r>
            <a:r>
              <a:rPr lang="en-US" dirty="0">
                <a:solidFill>
                  <a:schemeClr val="accent1">
                    <a:lumMod val="40000"/>
                    <a:lumOff val="60000"/>
                  </a:schemeClr>
                </a:solidFill>
              </a:rPr>
              <a:t>https://djehuty.4tu.nl/ </a:t>
            </a:r>
          </a:p>
          <a:p>
            <a:pPr>
              <a:defRPr sz="2000"/>
            </a:pPr>
            <a:endParaRPr lang="en-US" dirty="0">
              <a:solidFill>
                <a:schemeClr val="bg2">
                  <a:lumMod val="95000"/>
                </a:schemeClr>
              </a:solidFill>
            </a:endParaRPr>
          </a:p>
          <a:p>
            <a:pPr>
              <a:defRPr sz="2000"/>
            </a:pPr>
            <a:endParaRPr lang="en-US" dirty="0">
              <a:solidFill>
                <a:schemeClr val="bg2">
                  <a:lumMod val="95000"/>
                </a:schemeClr>
              </a:solidFill>
            </a:endParaRPr>
          </a:p>
          <a:p>
            <a:pPr marL="457200" indent="-457200">
              <a:buFont typeface="+mj-lt"/>
              <a:buAutoNum type="arabicPeriod"/>
              <a:defRPr sz="2000"/>
            </a:pPr>
            <a:endParaRPr lang="en-US" dirty="0">
              <a:solidFill>
                <a:schemeClr val="bg2">
                  <a:lumMod val="95000"/>
                </a:schemeClr>
              </a:solidFill>
            </a:endParaRPr>
          </a:p>
        </p:txBody>
      </p:sp>
      <p:sp>
        <p:nvSpPr>
          <p:cNvPr id="4" name="TextBox 3">
            <a:extLst>
              <a:ext uri="{FF2B5EF4-FFF2-40B4-BE49-F238E27FC236}">
                <a16:creationId xmlns:a16="http://schemas.microsoft.com/office/drawing/2014/main" id="{5DE4D6D2-B9F5-7944-9E35-ED973990553D}"/>
              </a:ext>
            </a:extLst>
          </p:cNvPr>
          <p:cNvSpPr txBox="1"/>
          <p:nvPr/>
        </p:nvSpPr>
        <p:spPr>
          <a:xfrm>
            <a:off x="3564294" y="4946322"/>
            <a:ext cx="5386411" cy="1600438"/>
          </a:xfrm>
          <a:prstGeom prst="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wrap="none" rtlCol="0">
            <a:spAutoFit/>
          </a:bodyPr>
          <a:lstStyle/>
          <a:p>
            <a:r>
              <a:rPr lang="en-US" b="1" dirty="0">
                <a:solidFill>
                  <a:schemeClr val="tx1">
                    <a:lumMod val="75000"/>
                  </a:schemeClr>
                </a:solidFill>
              </a:rPr>
              <a:t>Exercise #1 : Checking the connection with the </a:t>
            </a:r>
            <a:br>
              <a:rPr lang="en-US" b="1" dirty="0">
                <a:solidFill>
                  <a:schemeClr val="tx1">
                    <a:lumMod val="75000"/>
                  </a:schemeClr>
                </a:solidFill>
              </a:rPr>
            </a:br>
            <a:r>
              <a:rPr lang="en-US" b="1" dirty="0">
                <a:solidFill>
                  <a:schemeClr val="tx1">
                    <a:lumMod val="75000"/>
                  </a:schemeClr>
                </a:solidFill>
              </a:rPr>
              <a:t>server using the web browser and CURL  in the Unix terminal</a:t>
            </a:r>
          </a:p>
          <a:p>
            <a:endParaRPr lang="en-US" dirty="0">
              <a:solidFill>
                <a:schemeClr val="tx1">
                  <a:lumMod val="75000"/>
                </a:schemeClr>
              </a:solidFill>
            </a:endParaRPr>
          </a:p>
          <a:p>
            <a:pPr marL="285750" indent="-285750">
              <a:buFont typeface="Arial" panose="020B0604020202020204" pitchFamily="34" charset="0"/>
              <a:buChar char="•"/>
            </a:pPr>
            <a:r>
              <a:rPr lang="nl-NL" dirty="0">
                <a:solidFill>
                  <a:schemeClr val="tx1">
                    <a:lumMod val="75000"/>
                  </a:schemeClr>
                </a:solidFill>
              </a:rPr>
              <a:t>Open a web browser </a:t>
            </a:r>
            <a:r>
              <a:rPr lang="nl-NL" dirty="0" err="1">
                <a:solidFill>
                  <a:schemeClr val="tx1">
                    <a:lumMod val="75000"/>
                  </a:schemeClr>
                </a:solidFill>
              </a:rPr>
              <a:t>and</a:t>
            </a:r>
            <a:r>
              <a:rPr lang="nl-NL" dirty="0">
                <a:solidFill>
                  <a:schemeClr val="tx1">
                    <a:lumMod val="75000"/>
                  </a:schemeClr>
                </a:solidFill>
              </a:rPr>
              <a:t> </a:t>
            </a:r>
            <a:r>
              <a:rPr lang="nl-NL" dirty="0" err="1">
                <a:solidFill>
                  <a:schemeClr val="tx1">
                    <a:lumMod val="75000"/>
                  </a:schemeClr>
                </a:solidFill>
              </a:rPr>
              <a:t>write</a:t>
            </a:r>
            <a:r>
              <a:rPr lang="nl-NL" dirty="0">
                <a:solidFill>
                  <a:schemeClr val="tx1">
                    <a:lumMod val="75000"/>
                  </a:schemeClr>
                </a:solidFill>
              </a:rPr>
              <a:t>: </a:t>
            </a:r>
            <a:r>
              <a:rPr lang="en-US" b="1" dirty="0">
                <a:solidFill>
                  <a:schemeClr val="tx1"/>
                </a:solidFill>
                <a:hlinkClick r:id="rId6">
                  <a:extLst>
                    <a:ext uri="{A12FA001-AC4F-418D-AE19-62706E023703}">
                      <ahyp:hlinkClr xmlns:ahyp="http://schemas.microsoft.com/office/drawing/2018/hyperlinkcolor" val="tx"/>
                    </a:ext>
                  </a:extLst>
                </a:hlinkClick>
              </a:rPr>
              <a:t>https://data.4tu.nl/v2/articles</a:t>
            </a:r>
            <a:endParaRPr lang="en-US" b="1" dirty="0">
              <a:solidFill>
                <a:schemeClr val="tx1"/>
              </a:solidFill>
            </a:endParaRPr>
          </a:p>
          <a:p>
            <a:pPr marL="285750" indent="-285750">
              <a:buFont typeface="Arial" panose="020B0604020202020204" pitchFamily="34" charset="0"/>
              <a:buChar char="•"/>
            </a:pPr>
            <a:r>
              <a:rPr lang="nl-NL" dirty="0" err="1">
                <a:solidFill>
                  <a:schemeClr val="tx1">
                    <a:lumMod val="75000"/>
                  </a:schemeClr>
                </a:solidFill>
              </a:rPr>
              <a:t>One</a:t>
            </a:r>
            <a:r>
              <a:rPr lang="nl-NL" dirty="0">
                <a:solidFill>
                  <a:schemeClr val="tx1">
                    <a:lumMod val="75000"/>
                  </a:schemeClr>
                </a:solidFill>
              </a:rPr>
              <a:t> </a:t>
            </a:r>
            <a:r>
              <a:rPr lang="nl-NL" dirty="0" err="1">
                <a:solidFill>
                  <a:schemeClr val="tx1">
                    <a:lumMod val="75000"/>
                  </a:schemeClr>
                </a:solidFill>
              </a:rPr>
              <a:t>the</a:t>
            </a:r>
            <a:r>
              <a:rPr lang="nl-NL" dirty="0">
                <a:solidFill>
                  <a:schemeClr val="tx1">
                    <a:lumMod val="75000"/>
                  </a:schemeClr>
                </a:solidFill>
              </a:rPr>
              <a:t> Unix terminal </a:t>
            </a:r>
            <a:r>
              <a:rPr lang="nl-NL" dirty="0" err="1">
                <a:solidFill>
                  <a:schemeClr val="tx1">
                    <a:lumMod val="75000"/>
                  </a:schemeClr>
                </a:solidFill>
              </a:rPr>
              <a:t>and</a:t>
            </a:r>
            <a:r>
              <a:rPr lang="nl-NL" dirty="0">
                <a:solidFill>
                  <a:schemeClr val="tx1">
                    <a:lumMod val="75000"/>
                  </a:schemeClr>
                </a:solidFill>
              </a:rPr>
              <a:t> </a:t>
            </a:r>
            <a:r>
              <a:rPr lang="nl-NL" dirty="0" err="1">
                <a:solidFill>
                  <a:schemeClr val="tx1">
                    <a:lumMod val="75000"/>
                  </a:schemeClr>
                </a:solidFill>
              </a:rPr>
              <a:t>write</a:t>
            </a:r>
            <a:r>
              <a:rPr lang="nl-NL" dirty="0">
                <a:solidFill>
                  <a:schemeClr val="tx1">
                    <a:lumMod val="75000"/>
                  </a:schemeClr>
                </a:solidFill>
              </a:rPr>
              <a:t>:</a:t>
            </a:r>
            <a:br>
              <a:rPr lang="nl-NL" dirty="0">
                <a:solidFill>
                  <a:schemeClr val="tx1">
                    <a:lumMod val="75000"/>
                  </a:schemeClr>
                </a:solidFill>
              </a:rPr>
            </a:br>
            <a:r>
              <a:rPr lang="nl-NL" sz="1200" b="1" i="1" dirty="0" err="1">
                <a:solidFill>
                  <a:schemeClr val="tx1">
                    <a:lumMod val="75000"/>
                  </a:schemeClr>
                </a:solidFill>
                <a:latin typeface="Consolas" panose="020B0609020204030204" pitchFamily="49" charset="0"/>
              </a:rPr>
              <a:t>curl</a:t>
            </a:r>
            <a:r>
              <a:rPr lang="nl-NL" sz="1200" b="1" i="1" dirty="0">
                <a:solidFill>
                  <a:schemeClr val="tx1">
                    <a:lumMod val="75000"/>
                  </a:schemeClr>
                </a:solidFill>
                <a:latin typeface="Consolas" panose="020B0609020204030204" pitchFamily="49" charset="0"/>
              </a:rPr>
              <a:t> –X GET </a:t>
            </a:r>
            <a:r>
              <a:rPr lang="en-US" sz="1200" b="1" i="1" dirty="0">
                <a:solidFill>
                  <a:schemeClr val="tx1">
                    <a:lumMod val="75000"/>
                  </a:schemeClr>
                </a:solidFill>
                <a:latin typeface="Consolas" panose="020B0609020204030204" pitchFamily="49" charset="0"/>
                <a:hlinkClick r:id="rId7">
                  <a:extLst>
                    <a:ext uri="{A12FA001-AC4F-418D-AE19-62706E023703}">
                      <ahyp:hlinkClr xmlns:ahyp="http://schemas.microsoft.com/office/drawing/2018/hyperlinkcolor" val="tx"/>
                    </a:ext>
                  </a:extLst>
                </a:hlinkClick>
              </a:rPr>
              <a:t>https://data.4tu.nl/v2/articles | </a:t>
            </a:r>
            <a:r>
              <a:rPr lang="en-US" sz="1200" b="1" i="1" dirty="0" err="1">
                <a:solidFill>
                  <a:schemeClr val="tx1">
                    <a:lumMod val="75000"/>
                  </a:schemeClr>
                </a:solidFill>
                <a:latin typeface="Consolas" panose="020B0609020204030204" pitchFamily="49" charset="0"/>
                <a:hlinkClick r:id="rId7">
                  <a:extLst>
                    <a:ext uri="{A12FA001-AC4F-418D-AE19-62706E023703}">
                      <ahyp:hlinkClr xmlns:ahyp="http://schemas.microsoft.com/office/drawing/2018/hyperlinkcolor" val="tx"/>
                    </a:ext>
                  </a:extLst>
                </a:hlinkClick>
              </a:rPr>
              <a:t>jq</a:t>
            </a:r>
            <a:r>
              <a:rPr lang="en-US" sz="1200" b="1" i="1" dirty="0">
                <a:solidFill>
                  <a:schemeClr val="tx1">
                    <a:lumMod val="75000"/>
                  </a:schemeClr>
                </a:solidFill>
                <a:latin typeface="Consolas" panose="020B0609020204030204" pitchFamily="49" charset="0"/>
                <a:hlinkClick r:id="rId7">
                  <a:extLst>
                    <a:ext uri="{A12FA001-AC4F-418D-AE19-62706E023703}">
                      <ahyp:hlinkClr xmlns:ahyp="http://schemas.microsoft.com/office/drawing/2018/hyperlinkcolor" val="tx"/>
                    </a:ext>
                  </a:extLst>
                </a:hlinkClick>
              </a:rPr>
              <a:t> </a:t>
            </a:r>
            <a:endParaRPr lang="nl-NL" sz="1200" b="1" i="1" dirty="0">
              <a:solidFill>
                <a:schemeClr val="tx1">
                  <a:lumMod val="75000"/>
                </a:schemeClr>
              </a:solidFill>
              <a:latin typeface="Consolas" panose="020B0609020204030204" pitchFamily="49" charset="0"/>
            </a:endParaRPr>
          </a:p>
          <a:p>
            <a:pPr marL="285750" indent="-285750">
              <a:buFont typeface="Arial" panose="020B0604020202020204" pitchFamily="34" charset="0"/>
              <a:buChar char="•"/>
            </a:pPr>
            <a:r>
              <a:rPr lang="nl-NL" dirty="0">
                <a:solidFill>
                  <a:schemeClr val="tx1">
                    <a:lumMod val="75000"/>
                  </a:schemeClr>
                </a:solidFill>
              </a:rPr>
              <a:t>How are </a:t>
            </a:r>
            <a:r>
              <a:rPr lang="nl-NL" dirty="0" err="1">
                <a:solidFill>
                  <a:schemeClr val="tx1">
                    <a:lumMod val="75000"/>
                  </a:schemeClr>
                </a:solidFill>
              </a:rPr>
              <a:t>both</a:t>
            </a:r>
            <a:r>
              <a:rPr lang="nl-NL" dirty="0">
                <a:solidFill>
                  <a:schemeClr val="tx1">
                    <a:lumMod val="75000"/>
                  </a:schemeClr>
                </a:solidFill>
              </a:rPr>
              <a:t> responses </a:t>
            </a:r>
            <a:r>
              <a:rPr lang="nl-NL" dirty="0" err="1">
                <a:solidFill>
                  <a:schemeClr val="tx1">
                    <a:lumMod val="75000"/>
                  </a:schemeClr>
                </a:solidFill>
              </a:rPr>
              <a:t>compared</a:t>
            </a:r>
            <a:r>
              <a:rPr lang="nl-NL" dirty="0">
                <a:solidFill>
                  <a:schemeClr val="tx1">
                    <a:lumMod val="75000"/>
                  </a:schemeClr>
                </a:solidFill>
              </a:rPr>
              <a:t> </a:t>
            </a:r>
            <a:r>
              <a:rPr lang="nl-NL" dirty="0" err="1">
                <a:solidFill>
                  <a:schemeClr val="tx1">
                    <a:lumMod val="75000"/>
                  </a:schemeClr>
                </a:solidFill>
              </a:rPr>
              <a:t>to</a:t>
            </a:r>
            <a:r>
              <a:rPr lang="nl-NL" dirty="0">
                <a:solidFill>
                  <a:schemeClr val="tx1">
                    <a:lumMod val="75000"/>
                  </a:schemeClr>
                </a:solidFill>
              </a:rPr>
              <a:t> </a:t>
            </a:r>
            <a:r>
              <a:rPr lang="nl-NL" dirty="0" err="1">
                <a:solidFill>
                  <a:schemeClr val="tx1">
                    <a:lumMod val="75000"/>
                  </a:schemeClr>
                </a:solidFill>
              </a:rPr>
              <a:t>each</a:t>
            </a:r>
            <a:r>
              <a:rPr lang="nl-NL" dirty="0">
                <a:solidFill>
                  <a:schemeClr val="tx1">
                    <a:lumMod val="75000"/>
                  </a:schemeClr>
                </a:solidFill>
              </a:rPr>
              <a:t> </a:t>
            </a:r>
            <a:r>
              <a:rPr lang="nl-NL" dirty="0" err="1">
                <a:solidFill>
                  <a:schemeClr val="tx1">
                    <a:lumMod val="75000"/>
                  </a:schemeClr>
                </a:solidFill>
              </a:rPr>
              <a:t>other</a:t>
            </a:r>
            <a:r>
              <a:rPr lang="nl-NL" dirty="0">
                <a:solidFill>
                  <a:schemeClr val="tx1">
                    <a:lumMod val="75000"/>
                  </a:schemeClr>
                </a:solidFill>
              </a:rPr>
              <a:t>? </a:t>
            </a:r>
          </a:p>
        </p:txBody>
      </p:sp>
    </p:spTree>
    <p:extLst>
      <p:ext uri="{BB962C8B-B14F-4D97-AF65-F5344CB8AC3E}">
        <p14:creationId xmlns:p14="http://schemas.microsoft.com/office/powerpoint/2010/main" val="3284238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7">
          <a:extLst>
            <a:ext uri="{FF2B5EF4-FFF2-40B4-BE49-F238E27FC236}">
              <a16:creationId xmlns:a16="http://schemas.microsoft.com/office/drawing/2014/main" id="{F740486C-664F-35CF-62D9-EA5ED67F1FFE}"/>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11BAC34D-5C85-AE03-8A29-8BCC26C206AA}"/>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9393A648-FCDC-8011-7E51-8D8CCC2F752B}"/>
              </a:ext>
            </a:extLst>
          </p:cNvPr>
          <p:cNvSpPr txBox="1"/>
          <p:nvPr/>
        </p:nvSpPr>
        <p:spPr>
          <a:xfrm>
            <a:off x="3833085" y="1084369"/>
            <a:ext cx="4080600" cy="769401"/>
          </a:xfrm>
          <a:prstGeom prst="rect">
            <a:avLst/>
          </a:prstGeom>
          <a:noFill/>
          <a:ln>
            <a:noFill/>
          </a:ln>
        </p:spPr>
        <p:txBody>
          <a:bodyPr spcFirstLastPara="1" wrap="square" lIns="91425" tIns="45700" rIns="91425" bIns="45700" anchor="t" anchorCtr="0">
            <a:spAutoFit/>
          </a:bodyPr>
          <a:lstStyle/>
          <a:p>
            <a:pPr algn="ctr"/>
            <a:r>
              <a:rPr lang="en-GB" sz="4400" dirty="0">
                <a:solidFill>
                  <a:schemeClr val="bg2">
                    <a:lumMod val="95000"/>
                  </a:schemeClr>
                </a:solidFill>
                <a:latin typeface="+mj-lt"/>
                <a:sym typeface="Caveat"/>
              </a:rPr>
              <a:t>Schedule</a:t>
            </a:r>
            <a:endParaRPr dirty="0">
              <a:solidFill>
                <a:schemeClr val="bg2">
                  <a:lumMod val="95000"/>
                </a:schemeClr>
              </a:solidFill>
            </a:endParaRPr>
          </a:p>
        </p:txBody>
      </p:sp>
    </p:spTree>
    <p:extLst>
      <p:ext uri="{BB962C8B-B14F-4D97-AF65-F5344CB8AC3E}">
        <p14:creationId xmlns:p14="http://schemas.microsoft.com/office/powerpoint/2010/main" val="4204098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7">
          <a:extLst>
            <a:ext uri="{FF2B5EF4-FFF2-40B4-BE49-F238E27FC236}">
              <a16:creationId xmlns:a16="http://schemas.microsoft.com/office/drawing/2014/main" id="{F3058EBA-32BF-A4C7-ED62-09820A4C25A8}"/>
            </a:ext>
          </a:extLst>
        </p:cNvPr>
        <p:cNvGrpSpPr/>
        <p:nvPr/>
      </p:nvGrpSpPr>
      <p:grpSpPr>
        <a:xfrm>
          <a:off x="0" y="0"/>
          <a:ext cx="0" cy="0"/>
          <a:chOff x="0" y="0"/>
          <a:chExt cx="0" cy="0"/>
        </a:xfrm>
      </p:grpSpPr>
      <p:sp>
        <p:nvSpPr>
          <p:cNvPr id="158" name="Google Shape;158;p25">
            <a:extLst>
              <a:ext uri="{FF2B5EF4-FFF2-40B4-BE49-F238E27FC236}">
                <a16:creationId xmlns:a16="http://schemas.microsoft.com/office/drawing/2014/main" id="{2DC785BF-9114-E09D-90F2-FFA1C3BCC4E0}"/>
              </a:ext>
            </a:extLst>
          </p:cNvPr>
          <p:cNvSpPr/>
          <p:nvPr/>
        </p:nvSpPr>
        <p:spPr>
          <a:xfrm>
            <a:off x="5173177" y="1551370"/>
            <a:ext cx="6096000" cy="4064100"/>
          </a:xfrm>
          <a:prstGeom prst="rect">
            <a:avLst/>
          </a:prstGeom>
          <a:noFill/>
          <a:ln>
            <a:noFill/>
          </a:ln>
        </p:spPr>
        <p:txBody>
          <a:bodyPr spcFirstLastPara="1" wrap="square" lIns="91425" tIns="45700" rIns="91425" bIns="45700" anchor="t" anchorCtr="0">
            <a:noAutofit/>
          </a:bodyPr>
          <a:lstStyle/>
          <a:p>
            <a:endParaRPr sz="1400">
              <a:solidFill>
                <a:srgbClr val="000000"/>
              </a:solidFill>
              <a:latin typeface="Quattrocento Sans"/>
              <a:ea typeface="Quattrocento Sans"/>
              <a:cs typeface="Quattrocento Sans"/>
              <a:sym typeface="Quattrocento Sans"/>
            </a:endParaRPr>
          </a:p>
        </p:txBody>
      </p:sp>
      <p:sp>
        <p:nvSpPr>
          <p:cNvPr id="159" name="Google Shape;159;p25">
            <a:extLst>
              <a:ext uri="{FF2B5EF4-FFF2-40B4-BE49-F238E27FC236}">
                <a16:creationId xmlns:a16="http://schemas.microsoft.com/office/drawing/2014/main" id="{2BEE8948-B99A-D81C-A86F-3372D866B414}"/>
              </a:ext>
            </a:extLst>
          </p:cNvPr>
          <p:cNvSpPr txBox="1"/>
          <p:nvPr/>
        </p:nvSpPr>
        <p:spPr>
          <a:xfrm>
            <a:off x="3103412" y="761097"/>
            <a:ext cx="5689606" cy="2123618"/>
          </a:xfrm>
          <a:prstGeom prst="rect">
            <a:avLst/>
          </a:prstGeom>
          <a:noFill/>
          <a:ln>
            <a:noFill/>
          </a:ln>
        </p:spPr>
        <p:txBody>
          <a:bodyPr spcFirstLastPara="1" wrap="square" lIns="91425" tIns="45700" rIns="91425" bIns="45700" anchor="t" anchorCtr="0">
            <a:spAutoFit/>
          </a:bodyPr>
          <a:lstStyle/>
          <a:p>
            <a:pPr algn="ctr"/>
            <a:r>
              <a:rPr lang="en-GB" sz="4400" dirty="0">
                <a:solidFill>
                  <a:schemeClr val="bg2">
                    <a:lumMod val="95000"/>
                  </a:schemeClr>
                </a:solidFill>
                <a:latin typeface="+mj-lt"/>
                <a:sym typeface="Caveat"/>
              </a:rPr>
              <a:t>How to serve the dashboard (one option)</a:t>
            </a:r>
            <a:endParaRPr dirty="0">
              <a:solidFill>
                <a:schemeClr val="bg2">
                  <a:lumMod val="95000"/>
                </a:schemeClr>
              </a:solidFill>
            </a:endParaRPr>
          </a:p>
        </p:txBody>
      </p:sp>
      <p:sp>
        <p:nvSpPr>
          <p:cNvPr id="2" name="TextBox 1">
            <a:extLst>
              <a:ext uri="{FF2B5EF4-FFF2-40B4-BE49-F238E27FC236}">
                <a16:creationId xmlns:a16="http://schemas.microsoft.com/office/drawing/2014/main" id="{9CE15101-BAF6-5CE2-1CC8-24ECA76F7589}"/>
              </a:ext>
            </a:extLst>
          </p:cNvPr>
          <p:cNvSpPr txBox="1"/>
          <p:nvPr/>
        </p:nvSpPr>
        <p:spPr>
          <a:xfrm>
            <a:off x="609600" y="3354807"/>
            <a:ext cx="2909771" cy="3108543"/>
          </a:xfrm>
          <a:prstGeom prst="rect">
            <a:avLst/>
          </a:prstGeom>
          <a:noFill/>
        </p:spPr>
        <p:txBody>
          <a:bodyPr wrap="none" rtlCol="0">
            <a:spAutoFit/>
          </a:bodyPr>
          <a:lstStyle/>
          <a:p>
            <a:pPr marL="285750" indent="-285750">
              <a:buFontTx/>
              <a:buChar char="-"/>
            </a:pPr>
            <a:r>
              <a:rPr lang="nl-NL" dirty="0"/>
              <a:t>Host </a:t>
            </a:r>
            <a:r>
              <a:rPr lang="nl-NL" dirty="0" err="1"/>
              <a:t>the</a:t>
            </a:r>
            <a:r>
              <a:rPr lang="nl-NL" dirty="0"/>
              <a:t> code in </a:t>
            </a:r>
            <a:r>
              <a:rPr lang="nl-NL" dirty="0" err="1"/>
              <a:t>Github</a:t>
            </a:r>
            <a:endParaRPr lang="nl-NL" dirty="0"/>
          </a:p>
          <a:p>
            <a:pPr marL="285750" indent="-285750">
              <a:buFontTx/>
              <a:buChar char="-"/>
            </a:pPr>
            <a:r>
              <a:rPr lang="nl-NL" dirty="0"/>
              <a:t>Go </a:t>
            </a:r>
            <a:r>
              <a:rPr lang="nl-NL" dirty="0" err="1"/>
              <a:t>to</a:t>
            </a:r>
            <a:r>
              <a:rPr lang="nl-NL" dirty="0"/>
              <a:t>  </a:t>
            </a:r>
            <a:r>
              <a:rPr lang="nl-NL" dirty="0">
                <a:hlinkClick r:id="rId4"/>
              </a:rPr>
              <a:t>https://share.streamlit.io</a:t>
            </a:r>
            <a:endParaRPr lang="nl-NL" dirty="0"/>
          </a:p>
          <a:p>
            <a:pPr marL="285750" indent="-285750">
              <a:buFontTx/>
              <a:buChar char="-"/>
            </a:pPr>
            <a:r>
              <a:rPr lang="nl-NL" dirty="0"/>
              <a:t>Connect </a:t>
            </a:r>
            <a:r>
              <a:rPr lang="nl-NL" dirty="0" err="1"/>
              <a:t>repo</a:t>
            </a:r>
            <a:endParaRPr lang="nl-NL" dirty="0"/>
          </a:p>
          <a:p>
            <a:pPr marL="285750" indent="-285750">
              <a:buFontTx/>
              <a:buChar char="-"/>
            </a:pPr>
            <a:r>
              <a:rPr lang="nl-NL" dirty="0" err="1"/>
              <a:t>Deploy</a:t>
            </a:r>
            <a:r>
              <a:rPr lang="nl-NL" dirty="0"/>
              <a:t> </a:t>
            </a:r>
          </a:p>
          <a:p>
            <a:pPr marL="285750" indent="-285750">
              <a:buFontTx/>
              <a:buChar char="-"/>
            </a:pPr>
            <a:endParaRPr lang="nl-NL" dirty="0"/>
          </a:p>
          <a:p>
            <a:r>
              <a:rPr lang="nl-NL" dirty="0" err="1"/>
              <a:t>Requirements</a:t>
            </a:r>
            <a:r>
              <a:rPr lang="nl-NL" dirty="0"/>
              <a:t>: </a:t>
            </a:r>
          </a:p>
          <a:p>
            <a:r>
              <a:rPr lang="nl-NL" dirty="0"/>
              <a:t>dashboard.py</a:t>
            </a:r>
          </a:p>
          <a:p>
            <a:r>
              <a:rPr lang="nl-NL" dirty="0"/>
              <a:t>requirements.txt</a:t>
            </a:r>
          </a:p>
          <a:p>
            <a:endParaRPr lang="nl-NL" dirty="0"/>
          </a:p>
          <a:p>
            <a:r>
              <a:rPr lang="en-US" dirty="0"/>
              <a:t>Advantages:</a:t>
            </a:r>
          </a:p>
          <a:p>
            <a:pPr marL="285750" indent="-285750">
              <a:buFont typeface="Arial" panose="020B0604020202020204" pitchFamily="34" charset="0"/>
              <a:buChar char="•"/>
            </a:pPr>
            <a:r>
              <a:rPr lang="en-US" dirty="0"/>
              <a:t>free</a:t>
            </a:r>
          </a:p>
          <a:p>
            <a:pPr marL="285750" indent="-285750">
              <a:buFont typeface="Arial" panose="020B0604020202020204" pitchFamily="34" charset="0"/>
              <a:buChar char="•"/>
            </a:pPr>
            <a:r>
              <a:rPr lang="en-US" dirty="0"/>
              <a:t>no server</a:t>
            </a:r>
          </a:p>
          <a:p>
            <a:pPr marL="285750" indent="-285750">
              <a:buFont typeface="Arial" panose="020B0604020202020204" pitchFamily="34" charset="0"/>
              <a:buChar char="•"/>
            </a:pPr>
            <a:r>
              <a:rPr lang="en-US" dirty="0"/>
              <a:t>automatic deployment</a:t>
            </a:r>
          </a:p>
          <a:p>
            <a:endParaRPr lang="nl-NL" dirty="0"/>
          </a:p>
        </p:txBody>
      </p:sp>
    </p:spTree>
    <p:extLst>
      <p:ext uri="{BB962C8B-B14F-4D97-AF65-F5344CB8AC3E}">
        <p14:creationId xmlns:p14="http://schemas.microsoft.com/office/powerpoint/2010/main" val="2121690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50"/>
          <p:cNvSpPr txBox="1">
            <a:spLocks noGrp="1"/>
          </p:cNvSpPr>
          <p:nvPr>
            <p:ph type="body" idx="1"/>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300"/>
              <a:buNone/>
            </a:pPr>
            <a:r>
              <a:rPr lang="de-DE"/>
              <a:t>SUBTITLE</a:t>
            </a:r>
            <a:endParaRPr/>
          </a:p>
        </p:txBody>
      </p:sp>
      <p:sp>
        <p:nvSpPr>
          <p:cNvPr id="1205" name="Google Shape;1205;p50"/>
          <p:cNvSpPr txBox="1">
            <a:spLocks noGrp="1"/>
          </p:cNvSpPr>
          <p:nvPr>
            <p:ph type="body" idx="2"/>
          </p:nvPr>
        </p:nvSpPr>
        <p:spPr>
          <a:xfrm>
            <a:off x="1494373" y="5128324"/>
            <a:ext cx="1974233" cy="803706"/>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1500"/>
              <a:buNone/>
            </a:pPr>
            <a:r>
              <a:rPr lang="de-DE"/>
              <a:t>Trusted</a:t>
            </a:r>
            <a:br>
              <a:rPr lang="de-DE"/>
            </a:br>
            <a:r>
              <a:rPr lang="de-DE"/>
              <a:t>Inclusive</a:t>
            </a:r>
            <a:br>
              <a:rPr lang="de-DE"/>
            </a:br>
            <a:r>
              <a:rPr lang="de-DE"/>
              <a:t>Collaborative</a:t>
            </a:r>
            <a:endParaRPr/>
          </a:p>
        </p:txBody>
      </p:sp>
      <p:sp>
        <p:nvSpPr>
          <p:cNvPr id="1206" name="Google Shape;1206;p50"/>
          <p:cNvSpPr txBox="1">
            <a:spLocks noGrp="1"/>
          </p:cNvSpPr>
          <p:nvPr>
            <p:ph type="body" idx="3"/>
          </p:nvPr>
        </p:nvSpPr>
        <p:spPr>
          <a:xfrm>
            <a:off x="2249997" y="4779000"/>
            <a:ext cx="555625" cy="18626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00"/>
              <a:buNone/>
            </a:pPr>
            <a:r>
              <a:rPr lang="de-DE"/>
              <a:t>VALUES</a:t>
            </a:r>
            <a:endParaRPr/>
          </a:p>
        </p:txBody>
      </p:sp>
      <p:sp>
        <p:nvSpPr>
          <p:cNvPr id="1207" name="Google Shape;1207;p50"/>
          <p:cNvSpPr txBox="1">
            <a:spLocks noGrp="1"/>
          </p:cNvSpPr>
          <p:nvPr>
            <p:ph type="body" idx="4"/>
          </p:nvPr>
        </p:nvSpPr>
        <p:spPr>
          <a:xfrm>
            <a:off x="2249997" y="3212864"/>
            <a:ext cx="653223" cy="18626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00"/>
              <a:buNone/>
            </a:pPr>
            <a:r>
              <a:rPr lang="de-DE"/>
              <a:t>MISSION</a:t>
            </a:r>
            <a:endParaRPr/>
          </a:p>
        </p:txBody>
      </p:sp>
      <p:sp>
        <p:nvSpPr>
          <p:cNvPr id="1208" name="Google Shape;1208;p50"/>
          <p:cNvSpPr txBox="1">
            <a:spLocks noGrp="1"/>
          </p:cNvSpPr>
          <p:nvPr>
            <p:ph type="body" idx="5"/>
          </p:nvPr>
        </p:nvSpPr>
        <p:spPr>
          <a:xfrm>
            <a:off x="1185621" y="2536591"/>
            <a:ext cx="1295867" cy="26121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t>Infrastructure</a:t>
            </a:r>
            <a:endParaRPr/>
          </a:p>
        </p:txBody>
      </p:sp>
      <p:sp>
        <p:nvSpPr>
          <p:cNvPr id="1209" name="Google Shape;1209;p50"/>
          <p:cNvSpPr txBox="1">
            <a:spLocks noGrp="1"/>
          </p:cNvSpPr>
          <p:nvPr>
            <p:ph type="body" idx="6"/>
          </p:nvPr>
        </p:nvSpPr>
        <p:spPr>
          <a:xfrm>
            <a:off x="2481486" y="2525125"/>
            <a:ext cx="1295867" cy="26121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t>Community</a:t>
            </a:r>
            <a:endParaRPr/>
          </a:p>
        </p:txBody>
      </p:sp>
      <p:sp>
        <p:nvSpPr>
          <p:cNvPr id="1210" name="Google Shape;1210;p50"/>
          <p:cNvSpPr txBox="1">
            <a:spLocks noGrp="1"/>
          </p:cNvSpPr>
          <p:nvPr>
            <p:ph type="body" idx="7"/>
          </p:nvPr>
        </p:nvSpPr>
        <p:spPr>
          <a:xfrm>
            <a:off x="1185619" y="3837279"/>
            <a:ext cx="1295867" cy="26121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t>Skills</a:t>
            </a:r>
            <a:endParaRPr/>
          </a:p>
        </p:txBody>
      </p:sp>
      <p:sp>
        <p:nvSpPr>
          <p:cNvPr id="1211" name="Google Shape;1211;p50"/>
          <p:cNvSpPr txBox="1">
            <a:spLocks noGrp="1"/>
          </p:cNvSpPr>
          <p:nvPr>
            <p:ph type="body" idx="8"/>
          </p:nvPr>
        </p:nvSpPr>
        <p:spPr>
          <a:xfrm>
            <a:off x="2481486" y="3832458"/>
            <a:ext cx="1295867" cy="26121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1000"/>
              <a:buNone/>
            </a:pPr>
            <a:r>
              <a:rPr lang="de-DE"/>
              <a:t>Partnerships</a:t>
            </a:r>
            <a:endParaRPr/>
          </a:p>
        </p:txBody>
      </p:sp>
      <p:sp>
        <p:nvSpPr>
          <p:cNvPr id="1212" name="Google Shape;1212;p50"/>
          <p:cNvSpPr txBox="1">
            <a:spLocks noGrp="1"/>
          </p:cNvSpPr>
          <p:nvPr>
            <p:ph type="body" idx="9"/>
          </p:nvPr>
        </p:nvSpPr>
        <p:spPr>
          <a:xfrm>
            <a:off x="8723396" y="5128324"/>
            <a:ext cx="1974233" cy="803706"/>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1500"/>
              <a:buNone/>
            </a:pPr>
            <a:r>
              <a:rPr lang="de-DE"/>
              <a:t>Shared challenges</a:t>
            </a:r>
            <a:br>
              <a:rPr lang="de-DE"/>
            </a:br>
            <a:r>
              <a:rPr lang="de-DE"/>
              <a:t>and opportunities</a:t>
            </a:r>
            <a:endParaRPr/>
          </a:p>
        </p:txBody>
      </p:sp>
      <p:sp>
        <p:nvSpPr>
          <p:cNvPr id="1213" name="Google Shape;1213;p50"/>
          <p:cNvSpPr txBox="1">
            <a:spLocks noGrp="1"/>
          </p:cNvSpPr>
          <p:nvPr>
            <p:ph type="body" idx="13"/>
          </p:nvPr>
        </p:nvSpPr>
        <p:spPr>
          <a:xfrm>
            <a:off x="9479020" y="4779000"/>
            <a:ext cx="555625" cy="18626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00"/>
              <a:buNone/>
            </a:pPr>
            <a:r>
              <a:rPr lang="de-DE"/>
              <a:t>VISION</a:t>
            </a:r>
            <a:endParaRPr/>
          </a:p>
        </p:txBody>
      </p:sp>
      <p:sp>
        <p:nvSpPr>
          <p:cNvPr id="1214" name="Google Shape;1214;p50"/>
          <p:cNvSpPr txBox="1">
            <a:spLocks noGrp="1"/>
          </p:cNvSpPr>
          <p:nvPr>
            <p:ph type="body" idx="14"/>
          </p:nvPr>
        </p:nvSpPr>
        <p:spPr>
          <a:xfrm>
            <a:off x="5139796" y="3691815"/>
            <a:ext cx="2394514" cy="803706"/>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1500"/>
              <a:buNone/>
            </a:pPr>
            <a:r>
              <a:rPr lang="de-DE"/>
              <a:t>International community</a:t>
            </a:r>
            <a:br>
              <a:rPr lang="de-DE"/>
            </a:br>
            <a:r>
              <a:rPr lang="de-DE"/>
              <a:t>National community</a:t>
            </a:r>
            <a:endParaRPr/>
          </a:p>
        </p:txBody>
      </p:sp>
      <p:sp>
        <p:nvSpPr>
          <p:cNvPr id="1215" name="Google Shape;1215;p50"/>
          <p:cNvSpPr txBox="1">
            <a:spLocks noGrp="1"/>
          </p:cNvSpPr>
          <p:nvPr>
            <p:ph type="body" idx="15"/>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216" name="Google Shape;1216;p50"/>
          <p:cNvSpPr txBox="1">
            <a:spLocks noGrp="1"/>
          </p:cNvSpPr>
          <p:nvPr>
            <p:ph type="body" idx="16"/>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0"/>
        <p:cNvGrpSpPr/>
        <p:nvPr/>
      </p:nvGrpSpPr>
      <p:grpSpPr>
        <a:xfrm>
          <a:off x="0" y="0"/>
          <a:ext cx="0" cy="0"/>
          <a:chOff x="0" y="0"/>
          <a:chExt cx="0" cy="0"/>
        </a:xfrm>
      </p:grpSpPr>
      <p:sp>
        <p:nvSpPr>
          <p:cNvPr id="1221" name="Google Shape;1221;p51"/>
          <p:cNvSpPr txBox="1">
            <a:spLocks noGrp="1"/>
          </p:cNvSpPr>
          <p:nvPr>
            <p:ph type="body" idx="1"/>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222" name="Google Shape;1222;p51"/>
          <p:cNvSpPr txBox="1">
            <a:spLocks noGrp="1"/>
          </p:cNvSpPr>
          <p:nvPr>
            <p:ph type="body" idx="2"/>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
        <p:nvSpPr>
          <p:cNvPr id="1223" name="Google Shape;1223;p51"/>
          <p:cNvSpPr txBox="1">
            <a:spLocks noGrp="1"/>
          </p:cNvSpPr>
          <p:nvPr>
            <p:ph type="body" idx="3"/>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300"/>
              <a:buNone/>
            </a:pPr>
            <a:r>
              <a:rPr lang="de-DE"/>
              <a:t>SUBTITLE</a:t>
            </a:r>
            <a:endParaRPr/>
          </a:p>
        </p:txBody>
      </p:sp>
      <p:sp>
        <p:nvSpPr>
          <p:cNvPr id="1224" name="Google Shape;1224;p51"/>
          <p:cNvSpPr txBox="1">
            <a:spLocks noGrp="1"/>
          </p:cNvSpPr>
          <p:nvPr>
            <p:ph type="body" idx="4"/>
          </p:nvPr>
        </p:nvSpPr>
        <p:spPr>
          <a:xfrm>
            <a:off x="163758" y="507041"/>
            <a:ext cx="7467561" cy="1166484"/>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2000"/>
              <a:buNone/>
            </a:pPr>
            <a:r>
              <a:rPr lang="de-DE">
                <a:latin typeface="Arial"/>
                <a:ea typeface="Arial"/>
                <a:cs typeface="Arial"/>
                <a:sym typeface="Arial"/>
              </a:rPr>
              <a:t>This is an introduction text. </a:t>
            </a:r>
            <a:r>
              <a:rPr lang="de-DE"/>
              <a:t>Lorem ipsum dolor sit amet consectetur adipiscing elit. Quisque faucibus ex sapien vitae pellentesque sem placerat.</a:t>
            </a:r>
            <a:endParaRPr/>
          </a:p>
        </p:txBody>
      </p:sp>
      <p:pic>
        <p:nvPicPr>
          <p:cNvPr id="1225" name="Google Shape;1225;p51" descr="Ein Bild, das Muster, Screenshot, Quadrat, Rechteck enthält.&#10;&#10;KI-generierte Inhalte können fehlerhaft sein."/>
          <p:cNvPicPr preferRelativeResize="0"/>
          <p:nvPr/>
        </p:nvPicPr>
        <p:blipFill rotWithShape="1">
          <a:blip r:embed="rId3">
            <a:alphaModFix/>
          </a:blip>
          <a:srcRect/>
          <a:stretch/>
        </p:blipFill>
        <p:spPr>
          <a:xfrm>
            <a:off x="173283" y="2591716"/>
            <a:ext cx="1674567" cy="1674567"/>
          </a:xfrm>
          <a:prstGeom prst="rect">
            <a:avLst/>
          </a:prstGeom>
          <a:noFill/>
          <a:ln>
            <a:noFill/>
          </a:ln>
        </p:spPr>
      </p:pic>
      <p:sp>
        <p:nvSpPr>
          <p:cNvPr id="1226" name="Google Shape;1226;p51"/>
          <p:cNvSpPr txBox="1"/>
          <p:nvPr/>
        </p:nvSpPr>
        <p:spPr>
          <a:xfrm>
            <a:off x="164497"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a:solidFill>
                  <a:schemeClr val="dk1"/>
                </a:solidFill>
                <a:latin typeface="Arial"/>
                <a:ea typeface="Arial"/>
                <a:cs typeface="Arial"/>
                <a:sym typeface="Arial"/>
              </a:rPr>
              <a:t>1. Infrastructure</a:t>
            </a:r>
            <a:endParaRPr/>
          </a:p>
        </p:txBody>
      </p:sp>
      <p:sp>
        <p:nvSpPr>
          <p:cNvPr id="1227" name="Google Shape;1227;p51"/>
          <p:cNvSpPr txBox="1"/>
          <p:nvPr/>
        </p:nvSpPr>
        <p:spPr>
          <a:xfrm>
            <a:off x="164497"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a:solidFill>
                  <a:schemeClr val="dk1"/>
                </a:solidFill>
                <a:latin typeface="Arial"/>
                <a:ea typeface="Arial"/>
                <a:cs typeface="Arial"/>
                <a:sym typeface="Arial"/>
              </a:rPr>
              <a:t>Provide leading domainspecific</a:t>
            </a:r>
            <a:br>
              <a:rPr lang="de-DE" sz="1100">
                <a:solidFill>
                  <a:schemeClr val="dk1"/>
                </a:solidFill>
                <a:latin typeface="Arial"/>
                <a:ea typeface="Arial"/>
                <a:cs typeface="Arial"/>
                <a:sym typeface="Arial"/>
              </a:rPr>
            </a:br>
            <a:r>
              <a:rPr lang="de-DE" sz="1100">
                <a:solidFill>
                  <a:schemeClr val="dk1"/>
                </a:solidFill>
                <a:latin typeface="Arial"/>
                <a:ea typeface="Arial"/>
                <a:cs typeface="Arial"/>
                <a:sym typeface="Arial"/>
              </a:rPr>
              <a:t>infrastructure for research data and software.</a:t>
            </a:r>
            <a:endParaRPr sz="1100">
              <a:solidFill>
                <a:schemeClr val="dk1"/>
              </a:solidFill>
              <a:latin typeface="Arial"/>
              <a:ea typeface="Arial"/>
              <a:cs typeface="Arial"/>
              <a:sym typeface="Arial"/>
            </a:endParaRPr>
          </a:p>
        </p:txBody>
      </p:sp>
      <p:pic>
        <p:nvPicPr>
          <p:cNvPr id="1228" name="Google Shape;1228;p51"/>
          <p:cNvPicPr preferRelativeResize="0"/>
          <p:nvPr/>
        </p:nvPicPr>
        <p:blipFill rotWithShape="1">
          <a:blip r:embed="rId4">
            <a:alphaModFix/>
          </a:blip>
          <a:srcRect/>
          <a:stretch/>
        </p:blipFill>
        <p:spPr>
          <a:xfrm>
            <a:off x="2973633" y="2591716"/>
            <a:ext cx="1674567" cy="1674567"/>
          </a:xfrm>
          <a:prstGeom prst="rect">
            <a:avLst/>
          </a:prstGeom>
          <a:noFill/>
          <a:ln>
            <a:noFill/>
          </a:ln>
        </p:spPr>
      </p:pic>
      <p:sp>
        <p:nvSpPr>
          <p:cNvPr id="1229" name="Google Shape;1229;p51"/>
          <p:cNvSpPr txBox="1"/>
          <p:nvPr/>
        </p:nvSpPr>
        <p:spPr>
          <a:xfrm>
            <a:off x="2964847"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a:solidFill>
                  <a:schemeClr val="dk1"/>
                </a:solidFill>
                <a:latin typeface="Arial"/>
                <a:ea typeface="Arial"/>
                <a:cs typeface="Arial"/>
                <a:sym typeface="Arial"/>
              </a:rPr>
              <a:t>2. Community</a:t>
            </a:r>
            <a:endParaRPr/>
          </a:p>
        </p:txBody>
      </p:sp>
      <p:sp>
        <p:nvSpPr>
          <p:cNvPr id="1230" name="Google Shape;1230;p51"/>
          <p:cNvSpPr txBox="1"/>
          <p:nvPr/>
        </p:nvSpPr>
        <p:spPr>
          <a:xfrm>
            <a:off x="2964847"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a:solidFill>
                  <a:schemeClr val="dk1"/>
                </a:solidFill>
                <a:latin typeface="Arial"/>
                <a:ea typeface="Arial"/>
                <a:cs typeface="Arial"/>
                <a:sym typeface="Arial"/>
              </a:rPr>
              <a:t>Foster a culture and community to support FAIR data and software.</a:t>
            </a:r>
            <a:endParaRPr sz="1100">
              <a:solidFill>
                <a:schemeClr val="dk1"/>
              </a:solidFill>
              <a:latin typeface="Arial"/>
              <a:ea typeface="Arial"/>
              <a:cs typeface="Arial"/>
              <a:sym typeface="Arial"/>
            </a:endParaRPr>
          </a:p>
        </p:txBody>
      </p:sp>
      <p:pic>
        <p:nvPicPr>
          <p:cNvPr id="1231" name="Google Shape;1231;p51"/>
          <p:cNvPicPr preferRelativeResize="0"/>
          <p:nvPr/>
        </p:nvPicPr>
        <p:blipFill rotWithShape="1">
          <a:blip r:embed="rId5">
            <a:alphaModFix/>
          </a:blip>
          <a:srcRect/>
          <a:stretch/>
        </p:blipFill>
        <p:spPr>
          <a:xfrm>
            <a:off x="6031157" y="2591716"/>
            <a:ext cx="1674567" cy="1674567"/>
          </a:xfrm>
          <a:prstGeom prst="rect">
            <a:avLst/>
          </a:prstGeom>
          <a:noFill/>
          <a:ln>
            <a:noFill/>
          </a:ln>
        </p:spPr>
      </p:pic>
      <p:sp>
        <p:nvSpPr>
          <p:cNvPr id="1232" name="Google Shape;1232;p51"/>
          <p:cNvSpPr txBox="1"/>
          <p:nvPr/>
        </p:nvSpPr>
        <p:spPr>
          <a:xfrm>
            <a:off x="6022371"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a:solidFill>
                  <a:schemeClr val="dk1"/>
                </a:solidFill>
                <a:latin typeface="Arial"/>
                <a:ea typeface="Arial"/>
                <a:cs typeface="Arial"/>
                <a:sym typeface="Arial"/>
              </a:rPr>
              <a:t>3. Skills</a:t>
            </a:r>
            <a:endParaRPr/>
          </a:p>
        </p:txBody>
      </p:sp>
      <p:sp>
        <p:nvSpPr>
          <p:cNvPr id="1233" name="Google Shape;1233;p51"/>
          <p:cNvSpPr txBox="1"/>
          <p:nvPr/>
        </p:nvSpPr>
        <p:spPr>
          <a:xfrm>
            <a:off x="6022371"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a:solidFill>
                  <a:schemeClr val="dk1"/>
                </a:solidFill>
                <a:latin typeface="Arial"/>
                <a:ea typeface="Arial"/>
                <a:cs typeface="Arial"/>
                <a:sym typeface="Arial"/>
              </a:rPr>
              <a:t>Invest in improving digital skills and capacity.</a:t>
            </a:r>
            <a:endParaRPr sz="1100">
              <a:solidFill>
                <a:schemeClr val="dk1"/>
              </a:solidFill>
              <a:latin typeface="Arial"/>
              <a:ea typeface="Arial"/>
              <a:cs typeface="Arial"/>
              <a:sym typeface="Arial"/>
            </a:endParaRPr>
          </a:p>
        </p:txBody>
      </p:sp>
      <p:pic>
        <p:nvPicPr>
          <p:cNvPr id="1234" name="Google Shape;1234;p51"/>
          <p:cNvPicPr preferRelativeResize="0"/>
          <p:nvPr/>
        </p:nvPicPr>
        <p:blipFill rotWithShape="1">
          <a:blip r:embed="rId6">
            <a:alphaModFix/>
          </a:blip>
          <a:srcRect/>
          <a:stretch/>
        </p:blipFill>
        <p:spPr>
          <a:xfrm>
            <a:off x="9088681" y="2591716"/>
            <a:ext cx="1674567" cy="1674567"/>
          </a:xfrm>
          <a:prstGeom prst="rect">
            <a:avLst/>
          </a:prstGeom>
          <a:noFill/>
          <a:ln>
            <a:noFill/>
          </a:ln>
        </p:spPr>
      </p:pic>
      <p:sp>
        <p:nvSpPr>
          <p:cNvPr id="1235" name="Google Shape;1235;p51"/>
          <p:cNvSpPr txBox="1"/>
          <p:nvPr/>
        </p:nvSpPr>
        <p:spPr>
          <a:xfrm>
            <a:off x="9079895" y="4319727"/>
            <a:ext cx="2388204" cy="207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de-DE" sz="1500">
                <a:solidFill>
                  <a:schemeClr val="dk1"/>
                </a:solidFill>
                <a:latin typeface="Arial"/>
                <a:ea typeface="Arial"/>
                <a:cs typeface="Arial"/>
                <a:sym typeface="Arial"/>
              </a:rPr>
              <a:t>4. Partnerships</a:t>
            </a:r>
            <a:endParaRPr/>
          </a:p>
        </p:txBody>
      </p:sp>
      <p:sp>
        <p:nvSpPr>
          <p:cNvPr id="1236" name="Google Shape;1236;p51"/>
          <p:cNvSpPr txBox="1"/>
          <p:nvPr/>
        </p:nvSpPr>
        <p:spPr>
          <a:xfrm>
            <a:off x="9079895" y="4709729"/>
            <a:ext cx="2388204" cy="61474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100"/>
              <a:buFont typeface="Arial"/>
              <a:buNone/>
            </a:pPr>
            <a:r>
              <a:rPr lang="de-DE" sz="1100">
                <a:solidFill>
                  <a:schemeClr val="dk1"/>
                </a:solidFill>
                <a:latin typeface="Arial"/>
                <a:ea typeface="Arial"/>
                <a:cs typeface="Arial"/>
                <a:sym typeface="Arial"/>
              </a:rPr>
              <a:t>Broaden impact through</a:t>
            </a:r>
            <a:br>
              <a:rPr lang="de-DE" sz="1100">
                <a:solidFill>
                  <a:schemeClr val="dk1"/>
                </a:solidFill>
                <a:latin typeface="Arial"/>
                <a:ea typeface="Arial"/>
                <a:cs typeface="Arial"/>
                <a:sym typeface="Arial"/>
              </a:rPr>
            </a:br>
            <a:r>
              <a:rPr lang="de-DE" sz="1100">
                <a:solidFill>
                  <a:schemeClr val="dk1"/>
                </a:solidFill>
                <a:latin typeface="Arial"/>
                <a:ea typeface="Arial"/>
                <a:cs typeface="Arial"/>
                <a:sym typeface="Arial"/>
              </a:rPr>
              <a:t>partnerships.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p56"/>
          <p:cNvSpPr txBox="1">
            <a:spLocks noGrp="1"/>
          </p:cNvSpPr>
          <p:nvPr>
            <p:ph type="body" idx="1"/>
          </p:nvPr>
        </p:nvSpPr>
        <p:spPr>
          <a:xfrm>
            <a:off x="290255" y="201884"/>
            <a:ext cx="2408237" cy="2476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300"/>
              <a:buNone/>
            </a:pPr>
            <a:r>
              <a:rPr lang="de-DE"/>
              <a:t>SUBTITLE</a:t>
            </a:r>
            <a:endParaRPr/>
          </a:p>
        </p:txBody>
      </p:sp>
      <p:sp>
        <p:nvSpPr>
          <p:cNvPr id="1304" name="Google Shape;1304;p56"/>
          <p:cNvSpPr txBox="1">
            <a:spLocks noGrp="1"/>
          </p:cNvSpPr>
          <p:nvPr>
            <p:ph type="body" idx="2"/>
          </p:nvPr>
        </p:nvSpPr>
        <p:spPr>
          <a:xfrm>
            <a:off x="932425" y="2845869"/>
            <a:ext cx="2715650"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500"/>
              <a:buNone/>
            </a:pPr>
            <a:r>
              <a:rPr lang="de-DE"/>
              <a:t>Science.</a:t>
            </a:r>
            <a:endParaRPr/>
          </a:p>
        </p:txBody>
      </p:sp>
      <p:sp>
        <p:nvSpPr>
          <p:cNvPr id="1305" name="Google Shape;1305;p56"/>
          <p:cNvSpPr txBox="1">
            <a:spLocks noGrp="1"/>
          </p:cNvSpPr>
          <p:nvPr>
            <p:ph type="body" idx="3"/>
          </p:nvPr>
        </p:nvSpPr>
        <p:spPr>
          <a:xfrm>
            <a:off x="4599744" y="2845869"/>
            <a:ext cx="2715650"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500"/>
              <a:buNone/>
            </a:pPr>
            <a:r>
              <a:rPr lang="de-DE"/>
              <a:t>Engineering.</a:t>
            </a:r>
            <a:endParaRPr/>
          </a:p>
        </p:txBody>
      </p:sp>
      <p:sp>
        <p:nvSpPr>
          <p:cNvPr id="1306" name="Google Shape;1306;p56"/>
          <p:cNvSpPr txBox="1">
            <a:spLocks noGrp="1"/>
          </p:cNvSpPr>
          <p:nvPr>
            <p:ph type="body" idx="4"/>
          </p:nvPr>
        </p:nvSpPr>
        <p:spPr>
          <a:xfrm>
            <a:off x="8267063" y="2845869"/>
            <a:ext cx="2715650" cy="43719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1"/>
              </a:buClr>
              <a:buSzPts val="2500"/>
              <a:buNone/>
            </a:pPr>
            <a:r>
              <a:rPr lang="de-DE"/>
              <a:t>Design.</a:t>
            </a:r>
            <a:endParaRPr/>
          </a:p>
        </p:txBody>
      </p:sp>
      <p:sp>
        <p:nvSpPr>
          <p:cNvPr id="1307" name="Google Shape;1307;p56"/>
          <p:cNvSpPr txBox="1">
            <a:spLocks noGrp="1"/>
          </p:cNvSpPr>
          <p:nvPr>
            <p:ph type="body" idx="5"/>
          </p:nvPr>
        </p:nvSpPr>
        <p:spPr>
          <a:xfrm>
            <a:off x="932426" y="3634439"/>
            <a:ext cx="2982350" cy="1118536"/>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lt1"/>
              </a:buClr>
              <a:buSzPts val="1100"/>
              <a:buNone/>
            </a:pPr>
            <a:r>
              <a:rPr lang="de-DE">
                <a:latin typeface="Arial"/>
                <a:ea typeface="Arial"/>
                <a:cs typeface="Arial"/>
                <a:sym typeface="Arial"/>
              </a:rPr>
              <a:t>This is a body text. </a:t>
            </a:r>
            <a:r>
              <a:rPr lang="de-DE"/>
              <a:t>Lorem ipsum dolor sit amet consectetur adipiscing elit. Quisque faucibus ex sapien vitae pellentesque sem placerat. In id cursus mi pretium tellus duis convallis. Tempus leo eu aenean sed diam urna tempor. </a:t>
            </a:r>
            <a:endParaRPr/>
          </a:p>
        </p:txBody>
      </p:sp>
      <p:sp>
        <p:nvSpPr>
          <p:cNvPr id="1308" name="Google Shape;1308;p56"/>
          <p:cNvSpPr txBox="1">
            <a:spLocks noGrp="1"/>
          </p:cNvSpPr>
          <p:nvPr>
            <p:ph type="body" idx="6"/>
          </p:nvPr>
        </p:nvSpPr>
        <p:spPr>
          <a:xfrm>
            <a:off x="4599744" y="3634439"/>
            <a:ext cx="2982350" cy="1118536"/>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lt1"/>
              </a:buClr>
              <a:buSzPts val="1100"/>
              <a:buNone/>
            </a:pPr>
            <a:r>
              <a:rPr lang="de-DE">
                <a:latin typeface="Arial"/>
                <a:ea typeface="Arial"/>
                <a:cs typeface="Arial"/>
                <a:sym typeface="Arial"/>
              </a:rPr>
              <a:t>This is a body text. </a:t>
            </a:r>
            <a:r>
              <a:rPr lang="de-DE"/>
              <a:t>Lorem ipsum dolor sit amet consectetur adipiscing elit. Quisque faucibus ex sapien vitae pellentesque sem placerat. In id cursus mi pretium tellus duis convallis. Tempus leo eu aenean sed diam urna tempor. </a:t>
            </a:r>
            <a:endParaRPr/>
          </a:p>
        </p:txBody>
      </p:sp>
      <p:sp>
        <p:nvSpPr>
          <p:cNvPr id="1309" name="Google Shape;1309;p56"/>
          <p:cNvSpPr txBox="1">
            <a:spLocks noGrp="1"/>
          </p:cNvSpPr>
          <p:nvPr>
            <p:ph type="body" idx="7"/>
          </p:nvPr>
        </p:nvSpPr>
        <p:spPr>
          <a:xfrm>
            <a:off x="8267062" y="3634439"/>
            <a:ext cx="2982350" cy="1118536"/>
          </a:xfrm>
          <a:prstGeom prst="rect">
            <a:avLst/>
          </a:prstGeom>
          <a:noFill/>
          <a:ln>
            <a:noFill/>
          </a:ln>
        </p:spPr>
        <p:txBody>
          <a:bodyPr spcFirstLastPara="1" wrap="square" lIns="91425" tIns="45700" rIns="91425" bIns="45700" anchor="t" anchorCtr="0">
            <a:noAutofit/>
          </a:bodyPr>
          <a:lstStyle/>
          <a:p>
            <a:pPr marL="0" lvl="0" indent="0" algn="l" rtl="0">
              <a:lnSpc>
                <a:spcPct val="118181"/>
              </a:lnSpc>
              <a:spcBef>
                <a:spcPts val="0"/>
              </a:spcBef>
              <a:spcAft>
                <a:spcPts val="0"/>
              </a:spcAft>
              <a:buClr>
                <a:schemeClr val="lt1"/>
              </a:buClr>
              <a:buSzPts val="1100"/>
              <a:buNone/>
            </a:pPr>
            <a:r>
              <a:rPr lang="de-DE">
                <a:latin typeface="Arial"/>
                <a:ea typeface="Arial"/>
                <a:cs typeface="Arial"/>
                <a:sym typeface="Arial"/>
              </a:rPr>
              <a:t>This is a body text. </a:t>
            </a:r>
            <a:r>
              <a:rPr lang="de-DE"/>
              <a:t>Lorem ipsum dolor sit amet consectetur adipiscing elit. Quisque faucibus ex sapien vitae pellentesque sem placerat. In id cursus mi pretium tellus duis convallis. Tempus leo eu aenean sed diam urna tempor. </a:t>
            </a:r>
            <a:endParaRPr/>
          </a:p>
        </p:txBody>
      </p:sp>
      <p:sp>
        <p:nvSpPr>
          <p:cNvPr id="1310" name="Google Shape;1310;p56"/>
          <p:cNvSpPr txBox="1">
            <a:spLocks noGrp="1"/>
          </p:cNvSpPr>
          <p:nvPr>
            <p:ph type="body" idx="8"/>
          </p:nvPr>
        </p:nvSpPr>
        <p:spPr>
          <a:xfrm>
            <a:off x="1936750" y="6473707"/>
            <a:ext cx="4673600" cy="2079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accent4"/>
              </a:buClr>
              <a:buSzPts val="700"/>
              <a:buNone/>
            </a:pPr>
            <a:r>
              <a:rPr lang="de-DE"/>
              <a:t>RUNNING TITLE</a:t>
            </a:r>
            <a:endParaRPr/>
          </a:p>
        </p:txBody>
      </p:sp>
      <p:sp>
        <p:nvSpPr>
          <p:cNvPr id="1311" name="Google Shape;1311;p56"/>
          <p:cNvSpPr txBox="1">
            <a:spLocks noGrp="1"/>
          </p:cNvSpPr>
          <p:nvPr>
            <p:ph type="body" idx="9"/>
          </p:nvPr>
        </p:nvSpPr>
        <p:spPr>
          <a:xfrm>
            <a:off x="10131490" y="6473707"/>
            <a:ext cx="1897527" cy="207963"/>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accent4"/>
              </a:buClr>
              <a:buSzPts val="700"/>
              <a:buNone/>
            </a:pPr>
            <a:r>
              <a:rPr lang="de-DE"/>
              <a:t>DATE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64"/>
          <p:cNvSpPr txBox="1">
            <a:spLocks noGrp="1"/>
          </p:cNvSpPr>
          <p:nvPr>
            <p:ph type="body" idx="1"/>
          </p:nvPr>
        </p:nvSpPr>
        <p:spPr>
          <a:xfrm>
            <a:off x="152400" y="2535723"/>
            <a:ext cx="6454912" cy="19008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6000"/>
              <a:buNone/>
            </a:pPr>
            <a:r>
              <a:rPr lang="de-DE"/>
              <a:t>Thank you.</a:t>
            </a:r>
            <a:endParaRPr/>
          </a:p>
        </p:txBody>
      </p:sp>
    </p:spTree>
  </p:cSld>
  <p:clrMapOvr>
    <a:masterClrMapping/>
  </p:clrMapOvr>
</p:sld>
</file>

<file path=ppt/theme/theme1.xml><?xml version="1.0" encoding="utf-8"?>
<a:theme xmlns:a="http://schemas.openxmlformats.org/drawingml/2006/main" name="Data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nd Slides">
  <a:themeElements>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29100"/>
      </a:accent5>
      <a:accent6>
        <a:srgbClr val="F29100"/>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4TU.ResearchData">
    <a:dk1>
      <a:srgbClr val="3C3C3C"/>
    </a:dk1>
    <a:lt1>
      <a:srgbClr val="FBF5E9"/>
    </a:lt1>
    <a:dk2>
      <a:srgbClr val="FFFFFF"/>
    </a:dk2>
    <a:lt2>
      <a:srgbClr val="FFFFFF"/>
    </a:lt2>
    <a:accent1>
      <a:srgbClr val="F29100"/>
    </a:accent1>
    <a:accent2>
      <a:srgbClr val="FF6829"/>
    </a:accent2>
    <a:accent3>
      <a:srgbClr val="B9DBEF"/>
    </a:accent3>
    <a:accent4>
      <a:srgbClr val="969696"/>
    </a:accent4>
    <a:accent5>
      <a:srgbClr val="F29100"/>
    </a:accent5>
    <a:accent6>
      <a:srgbClr val="F29100"/>
    </a:accent6>
    <a:hlink>
      <a:srgbClr val="FFFFFF"/>
    </a:hlink>
    <a:folHlink>
      <a:srgbClr val="FFFFFF"/>
    </a:folHlink>
  </a:clrScheme>
</a:themeOverride>
</file>

<file path=docProps/app.xml><?xml version="1.0" encoding="utf-8"?>
<Properties xmlns="http://schemas.openxmlformats.org/officeDocument/2006/extended-properties" xmlns:vt="http://schemas.openxmlformats.org/officeDocument/2006/docPropsVTypes">
  <TotalTime>61</TotalTime>
  <Words>809</Words>
  <Application>Microsoft Office PowerPoint</Application>
  <PresentationFormat>Widescreen</PresentationFormat>
  <Paragraphs>171</Paragraphs>
  <Slides>14</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 Unicode MS</vt:lpstr>
      <vt:lpstr>Space Grotesk</vt:lpstr>
      <vt:lpstr>Quattrocento Sans</vt:lpstr>
      <vt:lpstr>Consolas</vt:lpstr>
      <vt:lpstr>Caveat</vt:lpstr>
      <vt:lpstr>Roboto Medium</vt:lpstr>
      <vt:lpstr>Arial</vt:lpstr>
      <vt:lpstr>Data Slides</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Jenny Maria Gehrigk</dc:creator>
  <cp:lastModifiedBy>Leila Iñigo de la Cruz</cp:lastModifiedBy>
  <cp:revision>1</cp:revision>
  <dcterms:created xsi:type="dcterms:W3CDTF">2026-02-18T14:27:57Z</dcterms:created>
  <dcterms:modified xsi:type="dcterms:W3CDTF">2026-03-10T11:12:55Z</dcterms:modified>
</cp:coreProperties>
</file>